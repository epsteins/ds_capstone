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4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2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4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Forestb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5040000"/>
            <a:ext cx="10079280" cy="629280"/>
          </a:xfrm>
          <a:prstGeom prst="rect">
            <a:avLst/>
          </a:prstGeom>
          <a:solidFill>
            <a:srgbClr val="9ecf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endParaRPr b="1" lang="en-US" sz="14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grpSp>
        <p:nvGrpSpPr>
          <p:cNvPr id="1" name=""/>
          <p:cNvGrpSpPr/>
          <p:nvPr/>
        </p:nvGrpSpPr>
        <p:grpSpPr>
          <a:xfrm>
            <a:off x="2727360" y="4707720"/>
            <a:ext cx="506520" cy="663480"/>
            <a:chOff x="2727360" y="4707720"/>
            <a:chExt cx="506520" cy="663480"/>
          </a:xfrm>
        </p:grpSpPr>
        <p:sp>
          <p:nvSpPr>
            <p:cNvPr id="2" name=""/>
            <p:cNvSpPr/>
            <p:nvPr/>
          </p:nvSpPr>
          <p:spPr>
            <a:xfrm>
              <a:off x="3145680" y="5162760"/>
              <a:ext cx="88200" cy="96480"/>
            </a:xfrm>
            <a:custGeom>
              <a:avLst/>
              <a:gdLst>
                <a:gd name="textAreaLeft" fmla="*/ 0 w 88200"/>
                <a:gd name="textAreaRight" fmla="*/ 88920 w 88200"/>
                <a:gd name="textAreaTop" fmla="*/ 0 h 96480"/>
                <a:gd name="textAreaBottom" fmla="*/ 97200 h 96480"/>
              </a:gdLst>
              <a:ahLst/>
              <a:cxnLst/>
              <a:rect l="textAreaLeft" t="textAreaTop" r="textAreaRight" b="textAreaBottom"/>
              <a:pathLst>
                <a:path w="247" h="270">
                  <a:moveTo>
                    <a:pt x="247" y="135"/>
                  </a:moveTo>
                  <a:cubicBezTo>
                    <a:pt x="247" y="159"/>
                    <a:pt x="241" y="182"/>
                    <a:pt x="230" y="203"/>
                  </a:cubicBezTo>
                  <a:cubicBezTo>
                    <a:pt x="219" y="223"/>
                    <a:pt x="204" y="240"/>
                    <a:pt x="185" y="252"/>
                  </a:cubicBezTo>
                  <a:cubicBezTo>
                    <a:pt x="166" y="264"/>
                    <a:pt x="145" y="270"/>
                    <a:pt x="124" y="270"/>
                  </a:cubicBezTo>
                  <a:cubicBezTo>
                    <a:pt x="102" y="270"/>
                    <a:pt x="81" y="264"/>
                    <a:pt x="62" y="252"/>
                  </a:cubicBezTo>
                  <a:cubicBezTo>
                    <a:pt x="43" y="240"/>
                    <a:pt x="28" y="223"/>
                    <a:pt x="17" y="203"/>
                  </a:cubicBezTo>
                  <a:cubicBezTo>
                    <a:pt x="6" y="182"/>
                    <a:pt x="0" y="159"/>
                    <a:pt x="0" y="135"/>
                  </a:cubicBezTo>
                  <a:cubicBezTo>
                    <a:pt x="0" y="111"/>
                    <a:pt x="6" y="88"/>
                    <a:pt x="17" y="67"/>
                  </a:cubicBezTo>
                  <a:cubicBezTo>
                    <a:pt x="28" y="47"/>
                    <a:pt x="43" y="30"/>
                    <a:pt x="62" y="18"/>
                  </a:cubicBezTo>
                  <a:cubicBezTo>
                    <a:pt x="81" y="6"/>
                    <a:pt x="102" y="0"/>
                    <a:pt x="124" y="0"/>
                  </a:cubicBezTo>
                  <a:cubicBezTo>
                    <a:pt x="145" y="0"/>
                    <a:pt x="166" y="6"/>
                    <a:pt x="185" y="18"/>
                  </a:cubicBezTo>
                  <a:cubicBezTo>
                    <a:pt x="204" y="30"/>
                    <a:pt x="219" y="47"/>
                    <a:pt x="230" y="67"/>
                  </a:cubicBezTo>
                  <a:cubicBezTo>
                    <a:pt x="241" y="88"/>
                    <a:pt x="247" y="111"/>
                    <a:pt x="247" y="13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3048480" y="5151600"/>
              <a:ext cx="153000" cy="192960"/>
            </a:xfrm>
            <a:custGeom>
              <a:avLst/>
              <a:gdLst>
                <a:gd name="textAreaLeft" fmla="*/ 0 w 153000"/>
                <a:gd name="textAreaRight" fmla="*/ 153720 w 153000"/>
                <a:gd name="textAreaTop" fmla="*/ 0 h 192960"/>
                <a:gd name="textAreaBottom" fmla="*/ 193680 h 192960"/>
              </a:gdLst>
              <a:ahLst/>
              <a:cxnLst/>
              <a:rect l="textAreaLeft" t="textAreaTop" r="textAreaRight" b="textAreaBottom"/>
              <a:pathLst>
                <a:path w="427" h="538">
                  <a:moveTo>
                    <a:pt x="403" y="452"/>
                  </a:moveTo>
                  <a:cubicBezTo>
                    <a:pt x="495" y="104"/>
                    <a:pt x="301" y="151"/>
                    <a:pt x="250" y="0"/>
                  </a:cubicBezTo>
                  <a:cubicBezTo>
                    <a:pt x="177" y="36"/>
                    <a:pt x="104" y="71"/>
                    <a:pt x="31" y="107"/>
                  </a:cubicBezTo>
                  <a:cubicBezTo>
                    <a:pt x="31" y="104"/>
                    <a:pt x="-36" y="440"/>
                    <a:pt x="28" y="514"/>
                  </a:cubicBezTo>
                  <a:cubicBezTo>
                    <a:pt x="78" y="569"/>
                    <a:pt x="384" y="523"/>
                    <a:pt x="403" y="45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3059280" y="5259600"/>
              <a:ext cx="90360" cy="46440"/>
            </a:xfrm>
            <a:custGeom>
              <a:avLst/>
              <a:gdLst>
                <a:gd name="textAreaLeft" fmla="*/ 0 w 90360"/>
                <a:gd name="textAreaRight" fmla="*/ 91080 w 90360"/>
                <a:gd name="textAreaTop" fmla="*/ 0 h 46440"/>
                <a:gd name="textAreaBottom" fmla="*/ 47160 h 46440"/>
              </a:gdLst>
              <a:ahLst/>
              <a:cxnLst/>
              <a:rect l="textAreaLeft" t="textAreaTop" r="textAreaRight" b="textAreaBottom"/>
              <a:pathLst>
                <a:path w="253" h="131">
                  <a:moveTo>
                    <a:pt x="34" y="63"/>
                  </a:moveTo>
                  <a:cubicBezTo>
                    <a:pt x="52" y="44"/>
                    <a:pt x="74" y="26"/>
                    <a:pt x="99" y="17"/>
                  </a:cubicBezTo>
                  <a:cubicBezTo>
                    <a:pt x="148" y="-5"/>
                    <a:pt x="204" y="-5"/>
                    <a:pt x="253" y="14"/>
                  </a:cubicBezTo>
                  <a:cubicBezTo>
                    <a:pt x="200" y="14"/>
                    <a:pt x="154" y="17"/>
                    <a:pt x="108" y="38"/>
                  </a:cubicBezTo>
                  <a:cubicBezTo>
                    <a:pt x="87" y="47"/>
                    <a:pt x="65" y="60"/>
                    <a:pt x="47" y="75"/>
                  </a:cubicBezTo>
                  <a:cubicBezTo>
                    <a:pt x="31" y="91"/>
                    <a:pt x="13" y="109"/>
                    <a:pt x="0" y="131"/>
                  </a:cubicBezTo>
                  <a:cubicBezTo>
                    <a:pt x="4" y="106"/>
                    <a:pt x="15" y="81"/>
                    <a:pt x="34" y="6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2947680" y="5136120"/>
              <a:ext cx="130320" cy="235080"/>
            </a:xfrm>
            <a:custGeom>
              <a:avLst/>
              <a:gdLst>
                <a:gd name="textAreaLeft" fmla="*/ 0 w 130320"/>
                <a:gd name="textAreaRight" fmla="*/ 131040 w 130320"/>
                <a:gd name="textAreaTop" fmla="*/ 0 h 235080"/>
                <a:gd name="textAreaBottom" fmla="*/ 235800 h 235080"/>
              </a:gdLst>
              <a:ahLst/>
              <a:cxnLst/>
              <a:rect l="textAreaLeft" t="textAreaTop" r="textAreaRight" b="textAreaBottom"/>
              <a:pathLst>
                <a:path w="364" h="655">
                  <a:moveTo>
                    <a:pt x="290" y="615"/>
                  </a:moveTo>
                  <a:cubicBezTo>
                    <a:pt x="364" y="538"/>
                    <a:pt x="361" y="197"/>
                    <a:pt x="364" y="27"/>
                  </a:cubicBezTo>
                  <a:cubicBezTo>
                    <a:pt x="259" y="18"/>
                    <a:pt x="154" y="9"/>
                    <a:pt x="50" y="0"/>
                  </a:cubicBezTo>
                  <a:cubicBezTo>
                    <a:pt x="47" y="0"/>
                    <a:pt x="-39" y="541"/>
                    <a:pt x="22" y="615"/>
                  </a:cubicBezTo>
                  <a:cubicBezTo>
                    <a:pt x="68" y="670"/>
                    <a:pt x="238" y="667"/>
                    <a:pt x="290" y="61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2832840" y="5136120"/>
              <a:ext cx="130320" cy="235080"/>
            </a:xfrm>
            <a:custGeom>
              <a:avLst/>
              <a:gdLst>
                <a:gd name="textAreaLeft" fmla="*/ 0 w 130320"/>
                <a:gd name="textAreaRight" fmla="*/ 131040 w 130320"/>
                <a:gd name="textAreaTop" fmla="*/ 0 h 235080"/>
                <a:gd name="textAreaBottom" fmla="*/ 235800 h 235080"/>
              </a:gdLst>
              <a:ahLst/>
              <a:cxnLst/>
              <a:rect l="textAreaLeft" t="textAreaTop" r="textAreaRight" b="textAreaBottom"/>
              <a:pathLst>
                <a:path w="364" h="655">
                  <a:moveTo>
                    <a:pt x="74" y="615"/>
                  </a:moveTo>
                  <a:cubicBezTo>
                    <a:pt x="0" y="538"/>
                    <a:pt x="3" y="197"/>
                    <a:pt x="0" y="27"/>
                  </a:cubicBezTo>
                  <a:cubicBezTo>
                    <a:pt x="105" y="18"/>
                    <a:pt x="209" y="9"/>
                    <a:pt x="314" y="0"/>
                  </a:cubicBezTo>
                  <a:cubicBezTo>
                    <a:pt x="323" y="205"/>
                    <a:pt x="403" y="541"/>
                    <a:pt x="341" y="615"/>
                  </a:cubicBezTo>
                  <a:cubicBezTo>
                    <a:pt x="295" y="670"/>
                    <a:pt x="126" y="667"/>
                    <a:pt x="74" y="61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2951280" y="5262120"/>
              <a:ext cx="8280" cy="94680"/>
            </a:xfrm>
            <a:custGeom>
              <a:avLst/>
              <a:gdLst>
                <a:gd name="textAreaLeft" fmla="*/ 0 w 8280"/>
                <a:gd name="textAreaRight" fmla="*/ 9000 w 8280"/>
                <a:gd name="textAreaTop" fmla="*/ 0 h 94680"/>
                <a:gd name="textAreaBottom" fmla="*/ 95400 h 94680"/>
              </a:gdLst>
              <a:ahLst/>
              <a:cxnLst/>
              <a:rect l="textAreaLeft" t="textAreaTop" r="textAreaRight" b="textAreaBottom"/>
              <a:pathLst>
                <a:path w="25" h="265">
                  <a:moveTo>
                    <a:pt x="0" y="133"/>
                  </a:moveTo>
                  <a:cubicBezTo>
                    <a:pt x="0" y="90"/>
                    <a:pt x="3" y="44"/>
                    <a:pt x="12" y="0"/>
                  </a:cubicBezTo>
                  <a:cubicBezTo>
                    <a:pt x="21" y="44"/>
                    <a:pt x="25" y="90"/>
                    <a:pt x="25" y="133"/>
                  </a:cubicBezTo>
                  <a:cubicBezTo>
                    <a:pt x="21" y="179"/>
                    <a:pt x="21" y="222"/>
                    <a:pt x="12" y="265"/>
                  </a:cubicBezTo>
                  <a:cubicBezTo>
                    <a:pt x="3" y="222"/>
                    <a:pt x="0" y="176"/>
                    <a:pt x="0" y="13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2855880" y="5127120"/>
              <a:ext cx="198720" cy="191880"/>
            </a:xfrm>
            <a:custGeom>
              <a:avLst/>
              <a:gdLst>
                <a:gd name="textAreaLeft" fmla="*/ 0 w 198720"/>
                <a:gd name="textAreaRight" fmla="*/ 199440 w 198720"/>
                <a:gd name="textAreaTop" fmla="*/ 0 h 191880"/>
                <a:gd name="textAreaBottom" fmla="*/ 192600 h 191880"/>
              </a:gdLst>
              <a:ahLst/>
              <a:cxnLst/>
              <a:rect l="textAreaLeft" t="textAreaTop" r="textAreaRight" b="textAreaBottom"/>
              <a:pathLst>
                <a:path w="554" h="535">
                  <a:moveTo>
                    <a:pt x="277" y="535"/>
                  </a:moveTo>
                  <a:cubicBezTo>
                    <a:pt x="185" y="440"/>
                    <a:pt x="0" y="390"/>
                    <a:pt x="0" y="252"/>
                  </a:cubicBezTo>
                  <a:cubicBezTo>
                    <a:pt x="0" y="113"/>
                    <a:pt x="123" y="0"/>
                    <a:pt x="277" y="0"/>
                  </a:cubicBezTo>
                  <a:cubicBezTo>
                    <a:pt x="431" y="0"/>
                    <a:pt x="554" y="113"/>
                    <a:pt x="554" y="252"/>
                  </a:cubicBezTo>
                  <a:cubicBezTo>
                    <a:pt x="554" y="390"/>
                    <a:pt x="369" y="440"/>
                    <a:pt x="277" y="53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033000" y="4707720"/>
              <a:ext cx="149400" cy="290520"/>
            </a:xfrm>
            <a:custGeom>
              <a:avLst/>
              <a:gdLst>
                <a:gd name="textAreaLeft" fmla="*/ 0 w 149400"/>
                <a:gd name="textAreaRight" fmla="*/ 150120 w 149400"/>
                <a:gd name="textAreaTop" fmla="*/ 0 h 290520"/>
                <a:gd name="textAreaBottom" fmla="*/ 291240 h 290520"/>
              </a:gdLst>
              <a:ahLst/>
              <a:cxnLst/>
              <a:rect l="textAreaLeft" t="textAreaTop" r="textAreaRight" b="textAreaBottom"/>
              <a:pathLst>
                <a:path w="417" h="809">
                  <a:moveTo>
                    <a:pt x="37" y="354"/>
                  </a:moveTo>
                  <a:cubicBezTo>
                    <a:pt x="21" y="677"/>
                    <a:pt x="12" y="629"/>
                    <a:pt x="0" y="766"/>
                  </a:cubicBezTo>
                  <a:cubicBezTo>
                    <a:pt x="57" y="780"/>
                    <a:pt x="115" y="795"/>
                    <a:pt x="172" y="809"/>
                  </a:cubicBezTo>
                  <a:cubicBezTo>
                    <a:pt x="243" y="686"/>
                    <a:pt x="163" y="778"/>
                    <a:pt x="384" y="440"/>
                  </a:cubicBezTo>
                  <a:cubicBezTo>
                    <a:pt x="464" y="314"/>
                    <a:pt x="378" y="18"/>
                    <a:pt x="329" y="0"/>
                  </a:cubicBezTo>
                  <a:cubicBezTo>
                    <a:pt x="298" y="-9"/>
                    <a:pt x="43" y="188"/>
                    <a:pt x="37" y="35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3044880" y="4766040"/>
              <a:ext cx="108360" cy="229680"/>
            </a:xfrm>
            <a:custGeom>
              <a:avLst/>
              <a:gdLst>
                <a:gd name="textAreaLeft" fmla="*/ 0 w 108360"/>
                <a:gd name="textAreaRight" fmla="*/ 109080 w 108360"/>
                <a:gd name="textAreaTop" fmla="*/ 0 h 229680"/>
                <a:gd name="textAreaBottom" fmla="*/ 230400 h 229680"/>
              </a:gdLst>
              <a:ahLst/>
              <a:cxnLst/>
              <a:rect l="textAreaLeft" t="textAreaTop" r="textAreaRight" b="textAreaBottom"/>
              <a:pathLst>
                <a:path w="303" h="640">
                  <a:moveTo>
                    <a:pt x="77" y="210"/>
                  </a:moveTo>
                  <a:cubicBezTo>
                    <a:pt x="19" y="523"/>
                    <a:pt x="26" y="478"/>
                    <a:pt x="0" y="612"/>
                  </a:cubicBezTo>
                  <a:cubicBezTo>
                    <a:pt x="38" y="622"/>
                    <a:pt x="76" y="631"/>
                    <a:pt x="114" y="640"/>
                  </a:cubicBezTo>
                  <a:cubicBezTo>
                    <a:pt x="169" y="513"/>
                    <a:pt x="114" y="618"/>
                    <a:pt x="280" y="258"/>
                  </a:cubicBezTo>
                  <a:cubicBezTo>
                    <a:pt x="324" y="167"/>
                    <a:pt x="299" y="16"/>
                    <a:pt x="253" y="1"/>
                  </a:cubicBezTo>
                  <a:cubicBezTo>
                    <a:pt x="222" y="-8"/>
                    <a:pt x="102" y="81"/>
                    <a:pt x="77" y="21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2727360" y="4707720"/>
              <a:ext cx="150120" cy="290520"/>
            </a:xfrm>
            <a:custGeom>
              <a:avLst/>
              <a:gdLst>
                <a:gd name="textAreaLeft" fmla="*/ 0 w 150120"/>
                <a:gd name="textAreaRight" fmla="*/ 150840 w 150120"/>
                <a:gd name="textAreaTop" fmla="*/ 0 h 290520"/>
                <a:gd name="textAreaBottom" fmla="*/ 291240 h 290520"/>
              </a:gdLst>
              <a:ahLst/>
              <a:cxnLst/>
              <a:rect l="textAreaLeft" t="textAreaTop" r="textAreaRight" b="textAreaBottom"/>
              <a:pathLst>
                <a:path w="419" h="809">
                  <a:moveTo>
                    <a:pt x="382" y="354"/>
                  </a:moveTo>
                  <a:cubicBezTo>
                    <a:pt x="397" y="677"/>
                    <a:pt x="406" y="629"/>
                    <a:pt x="419" y="766"/>
                  </a:cubicBezTo>
                  <a:cubicBezTo>
                    <a:pt x="361" y="780"/>
                    <a:pt x="304" y="795"/>
                    <a:pt x="247" y="809"/>
                  </a:cubicBezTo>
                  <a:cubicBezTo>
                    <a:pt x="176" y="686"/>
                    <a:pt x="256" y="778"/>
                    <a:pt x="34" y="440"/>
                  </a:cubicBezTo>
                  <a:cubicBezTo>
                    <a:pt x="-49" y="314"/>
                    <a:pt x="40" y="18"/>
                    <a:pt x="90" y="0"/>
                  </a:cubicBezTo>
                  <a:cubicBezTo>
                    <a:pt x="120" y="-9"/>
                    <a:pt x="376" y="188"/>
                    <a:pt x="382" y="35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2756880" y="4766040"/>
              <a:ext cx="108360" cy="230760"/>
            </a:xfrm>
            <a:custGeom>
              <a:avLst/>
              <a:gdLst>
                <a:gd name="textAreaLeft" fmla="*/ 0 w 108360"/>
                <a:gd name="textAreaRight" fmla="*/ 109080 w 108360"/>
                <a:gd name="textAreaTop" fmla="*/ 0 h 230760"/>
                <a:gd name="textAreaBottom" fmla="*/ 231480 h 230760"/>
              </a:gdLst>
              <a:ahLst/>
              <a:cxnLst/>
              <a:rect l="textAreaLeft" t="textAreaTop" r="textAreaRight" b="textAreaBottom"/>
              <a:pathLst>
                <a:path w="303" h="643">
                  <a:moveTo>
                    <a:pt x="226" y="210"/>
                  </a:moveTo>
                  <a:cubicBezTo>
                    <a:pt x="285" y="523"/>
                    <a:pt x="277" y="478"/>
                    <a:pt x="303" y="612"/>
                  </a:cubicBezTo>
                  <a:cubicBezTo>
                    <a:pt x="266" y="623"/>
                    <a:pt x="229" y="633"/>
                    <a:pt x="192" y="643"/>
                  </a:cubicBezTo>
                  <a:cubicBezTo>
                    <a:pt x="136" y="516"/>
                    <a:pt x="192" y="622"/>
                    <a:pt x="23" y="262"/>
                  </a:cubicBezTo>
                  <a:cubicBezTo>
                    <a:pt x="-20" y="167"/>
                    <a:pt x="1" y="16"/>
                    <a:pt x="51" y="1"/>
                  </a:cubicBezTo>
                  <a:cubicBezTo>
                    <a:pt x="81" y="-8"/>
                    <a:pt x="201" y="81"/>
                    <a:pt x="226" y="21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2752560" y="4884840"/>
              <a:ext cx="405000" cy="354960"/>
            </a:xfrm>
            <a:custGeom>
              <a:avLst/>
              <a:gdLst>
                <a:gd name="textAreaLeft" fmla="*/ 0 w 405000"/>
                <a:gd name="textAreaRight" fmla="*/ 405720 w 405000"/>
                <a:gd name="textAreaTop" fmla="*/ 0 h 354960"/>
                <a:gd name="textAreaBottom" fmla="*/ 355680 h 354960"/>
              </a:gdLst>
              <a:ahLst/>
              <a:cxnLst/>
              <a:rect l="textAreaLeft" t="textAreaTop" r="textAreaRight" b="textAreaBottom"/>
              <a:pathLst>
                <a:path w="1127" h="988">
                  <a:moveTo>
                    <a:pt x="564" y="0"/>
                  </a:moveTo>
                  <a:cubicBezTo>
                    <a:pt x="874" y="0"/>
                    <a:pt x="1016" y="133"/>
                    <a:pt x="1016" y="317"/>
                  </a:cubicBezTo>
                  <a:cubicBezTo>
                    <a:pt x="1016" y="471"/>
                    <a:pt x="1249" y="699"/>
                    <a:pt x="1040" y="849"/>
                  </a:cubicBezTo>
                  <a:cubicBezTo>
                    <a:pt x="939" y="923"/>
                    <a:pt x="766" y="988"/>
                    <a:pt x="564" y="988"/>
                  </a:cubicBezTo>
                  <a:cubicBezTo>
                    <a:pt x="361" y="988"/>
                    <a:pt x="189" y="923"/>
                    <a:pt x="87" y="849"/>
                  </a:cubicBezTo>
                  <a:cubicBezTo>
                    <a:pt x="-122" y="696"/>
                    <a:pt x="112" y="471"/>
                    <a:pt x="112" y="317"/>
                  </a:cubicBezTo>
                  <a:cubicBezTo>
                    <a:pt x="112" y="133"/>
                    <a:pt x="250" y="0"/>
                    <a:pt x="564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2777040" y="4933440"/>
              <a:ext cx="353880" cy="293760"/>
            </a:xfrm>
            <a:custGeom>
              <a:avLst/>
              <a:gdLst>
                <a:gd name="textAreaLeft" fmla="*/ 0 w 353880"/>
                <a:gd name="textAreaRight" fmla="*/ 354600 w 353880"/>
                <a:gd name="textAreaTop" fmla="*/ 0 h 293760"/>
                <a:gd name="textAreaBottom" fmla="*/ 294480 h 293760"/>
              </a:gdLst>
              <a:ahLst/>
              <a:cxnLst/>
              <a:rect l="textAreaLeft" t="textAreaTop" r="textAreaRight" b="textAreaBottom"/>
              <a:pathLst>
                <a:path w="985" h="818">
                  <a:moveTo>
                    <a:pt x="536" y="28"/>
                  </a:moveTo>
                  <a:cubicBezTo>
                    <a:pt x="509" y="-9"/>
                    <a:pt x="484" y="-9"/>
                    <a:pt x="456" y="28"/>
                  </a:cubicBezTo>
                  <a:cubicBezTo>
                    <a:pt x="392" y="111"/>
                    <a:pt x="290" y="290"/>
                    <a:pt x="284" y="438"/>
                  </a:cubicBezTo>
                  <a:cubicBezTo>
                    <a:pt x="167" y="422"/>
                    <a:pt x="35" y="428"/>
                    <a:pt x="7" y="490"/>
                  </a:cubicBezTo>
                  <a:cubicBezTo>
                    <a:pt x="-45" y="612"/>
                    <a:pt x="201" y="818"/>
                    <a:pt x="493" y="818"/>
                  </a:cubicBezTo>
                  <a:cubicBezTo>
                    <a:pt x="789" y="818"/>
                    <a:pt x="1031" y="612"/>
                    <a:pt x="978" y="490"/>
                  </a:cubicBezTo>
                  <a:cubicBezTo>
                    <a:pt x="958" y="428"/>
                    <a:pt x="822" y="422"/>
                    <a:pt x="709" y="438"/>
                  </a:cubicBezTo>
                  <a:cubicBezTo>
                    <a:pt x="702" y="290"/>
                    <a:pt x="601" y="111"/>
                    <a:pt x="536" y="2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2871720" y="5143680"/>
              <a:ext cx="167040" cy="60120"/>
            </a:xfrm>
            <a:custGeom>
              <a:avLst/>
              <a:gdLst>
                <a:gd name="textAreaLeft" fmla="*/ 0 w 167040"/>
                <a:gd name="textAreaRight" fmla="*/ 167760 w 167040"/>
                <a:gd name="textAreaTop" fmla="*/ 0 h 60120"/>
                <a:gd name="textAreaBottom" fmla="*/ 60840 h 60120"/>
              </a:gdLst>
              <a:ahLst/>
              <a:cxnLst/>
              <a:rect l="textAreaLeft" t="textAreaTop" r="textAreaRight" b="textAreaBottom"/>
              <a:pathLst>
                <a:path w="466" h="169">
                  <a:moveTo>
                    <a:pt x="372" y="62"/>
                  </a:moveTo>
                  <a:cubicBezTo>
                    <a:pt x="338" y="65"/>
                    <a:pt x="301" y="56"/>
                    <a:pt x="273" y="37"/>
                  </a:cubicBezTo>
                  <a:cubicBezTo>
                    <a:pt x="258" y="28"/>
                    <a:pt x="246" y="16"/>
                    <a:pt x="233" y="0"/>
                  </a:cubicBezTo>
                  <a:cubicBezTo>
                    <a:pt x="224" y="16"/>
                    <a:pt x="209" y="28"/>
                    <a:pt x="193" y="37"/>
                  </a:cubicBezTo>
                  <a:cubicBezTo>
                    <a:pt x="162" y="56"/>
                    <a:pt x="129" y="65"/>
                    <a:pt x="95" y="62"/>
                  </a:cubicBezTo>
                  <a:cubicBezTo>
                    <a:pt x="61" y="62"/>
                    <a:pt x="27" y="49"/>
                    <a:pt x="2" y="28"/>
                  </a:cubicBezTo>
                  <a:cubicBezTo>
                    <a:pt x="-13" y="16"/>
                    <a:pt x="67" y="169"/>
                    <a:pt x="233" y="169"/>
                  </a:cubicBezTo>
                  <a:cubicBezTo>
                    <a:pt x="399" y="169"/>
                    <a:pt x="479" y="16"/>
                    <a:pt x="464" y="28"/>
                  </a:cubicBezTo>
                  <a:cubicBezTo>
                    <a:pt x="439" y="46"/>
                    <a:pt x="406" y="59"/>
                    <a:pt x="372" y="6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3000240" y="4977000"/>
              <a:ext cx="97560" cy="116280"/>
            </a:xfrm>
            <a:custGeom>
              <a:avLst/>
              <a:gdLst>
                <a:gd name="textAreaLeft" fmla="*/ 0 w 97560"/>
                <a:gd name="textAreaRight" fmla="*/ 98280 w 97560"/>
                <a:gd name="textAreaTop" fmla="*/ 0 h 116280"/>
                <a:gd name="textAreaBottom" fmla="*/ 117000 h 116280"/>
              </a:gdLst>
              <a:ahLst/>
              <a:cxnLst/>
              <a:rect l="textAreaLeft" t="textAreaTop" r="textAreaRight" b="textAreaBottom"/>
              <a:pathLst>
                <a:path w="273" h="325">
                  <a:moveTo>
                    <a:pt x="95" y="9"/>
                  </a:moveTo>
                  <a:cubicBezTo>
                    <a:pt x="187" y="-28"/>
                    <a:pt x="249" y="61"/>
                    <a:pt x="264" y="110"/>
                  </a:cubicBezTo>
                  <a:cubicBezTo>
                    <a:pt x="289" y="184"/>
                    <a:pt x="258" y="267"/>
                    <a:pt x="249" y="286"/>
                  </a:cubicBezTo>
                  <a:cubicBezTo>
                    <a:pt x="242" y="298"/>
                    <a:pt x="175" y="357"/>
                    <a:pt x="24" y="301"/>
                  </a:cubicBezTo>
                  <a:cubicBezTo>
                    <a:pt x="27" y="301"/>
                    <a:pt x="-13" y="218"/>
                    <a:pt x="5" y="141"/>
                  </a:cubicBezTo>
                  <a:cubicBezTo>
                    <a:pt x="35" y="97"/>
                    <a:pt x="15" y="40"/>
                    <a:pt x="95" y="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3001680" y="4970520"/>
              <a:ext cx="102240" cy="125640"/>
            </a:xfrm>
            <a:custGeom>
              <a:avLst/>
              <a:gdLst>
                <a:gd name="textAreaLeft" fmla="*/ 0 w 102240"/>
                <a:gd name="textAreaRight" fmla="*/ 102960 w 102240"/>
                <a:gd name="textAreaTop" fmla="*/ 0 h 125640"/>
                <a:gd name="textAreaBottom" fmla="*/ 126360 h 125640"/>
              </a:gdLst>
              <a:ahLst/>
              <a:cxnLst/>
              <a:rect l="textAreaLeft" t="textAreaTop" r="textAreaRight" b="textAreaBottom"/>
              <a:pathLst>
                <a:path w="286" h="351">
                  <a:moveTo>
                    <a:pt x="34" y="57"/>
                  </a:moveTo>
                  <a:cubicBezTo>
                    <a:pt x="47" y="41"/>
                    <a:pt x="59" y="29"/>
                    <a:pt x="74" y="20"/>
                  </a:cubicBezTo>
                  <a:cubicBezTo>
                    <a:pt x="80" y="14"/>
                    <a:pt x="90" y="10"/>
                    <a:pt x="99" y="7"/>
                  </a:cubicBezTo>
                  <a:cubicBezTo>
                    <a:pt x="108" y="4"/>
                    <a:pt x="117" y="1"/>
                    <a:pt x="127" y="1"/>
                  </a:cubicBezTo>
                  <a:cubicBezTo>
                    <a:pt x="164" y="-5"/>
                    <a:pt x="200" y="14"/>
                    <a:pt x="225" y="38"/>
                  </a:cubicBezTo>
                  <a:cubicBezTo>
                    <a:pt x="250" y="63"/>
                    <a:pt x="270" y="98"/>
                    <a:pt x="280" y="134"/>
                  </a:cubicBezTo>
                  <a:cubicBezTo>
                    <a:pt x="289" y="171"/>
                    <a:pt x="287" y="210"/>
                    <a:pt x="277" y="247"/>
                  </a:cubicBezTo>
                  <a:cubicBezTo>
                    <a:pt x="274" y="266"/>
                    <a:pt x="268" y="284"/>
                    <a:pt x="259" y="300"/>
                  </a:cubicBezTo>
                  <a:cubicBezTo>
                    <a:pt x="258" y="302"/>
                    <a:pt x="257" y="304"/>
                    <a:pt x="256" y="306"/>
                  </a:cubicBezTo>
                  <a:cubicBezTo>
                    <a:pt x="256" y="309"/>
                    <a:pt x="256" y="312"/>
                    <a:pt x="256" y="315"/>
                  </a:cubicBezTo>
                  <a:cubicBezTo>
                    <a:pt x="255" y="316"/>
                    <a:pt x="254" y="317"/>
                    <a:pt x="253" y="318"/>
                  </a:cubicBezTo>
                  <a:cubicBezTo>
                    <a:pt x="250" y="321"/>
                    <a:pt x="247" y="324"/>
                    <a:pt x="240" y="327"/>
                  </a:cubicBezTo>
                  <a:cubicBezTo>
                    <a:pt x="231" y="334"/>
                    <a:pt x="225" y="337"/>
                    <a:pt x="216" y="340"/>
                  </a:cubicBezTo>
                  <a:cubicBezTo>
                    <a:pt x="182" y="352"/>
                    <a:pt x="148" y="352"/>
                    <a:pt x="114" y="349"/>
                  </a:cubicBezTo>
                  <a:cubicBezTo>
                    <a:pt x="80" y="343"/>
                    <a:pt x="50" y="334"/>
                    <a:pt x="19" y="318"/>
                  </a:cubicBezTo>
                  <a:cubicBezTo>
                    <a:pt x="50" y="324"/>
                    <a:pt x="83" y="334"/>
                    <a:pt x="114" y="334"/>
                  </a:cubicBezTo>
                  <a:cubicBezTo>
                    <a:pt x="144" y="334"/>
                    <a:pt x="179" y="330"/>
                    <a:pt x="207" y="318"/>
                  </a:cubicBezTo>
                  <a:cubicBezTo>
                    <a:pt x="213" y="315"/>
                    <a:pt x="219" y="312"/>
                    <a:pt x="225" y="306"/>
                  </a:cubicBezTo>
                  <a:cubicBezTo>
                    <a:pt x="228" y="303"/>
                    <a:pt x="231" y="303"/>
                    <a:pt x="231" y="300"/>
                  </a:cubicBezTo>
                  <a:cubicBezTo>
                    <a:pt x="232" y="298"/>
                    <a:pt x="233" y="296"/>
                    <a:pt x="234" y="294"/>
                  </a:cubicBezTo>
                  <a:cubicBezTo>
                    <a:pt x="240" y="278"/>
                    <a:pt x="244" y="263"/>
                    <a:pt x="250" y="247"/>
                  </a:cubicBezTo>
                  <a:cubicBezTo>
                    <a:pt x="256" y="214"/>
                    <a:pt x="259" y="180"/>
                    <a:pt x="250" y="149"/>
                  </a:cubicBezTo>
                  <a:cubicBezTo>
                    <a:pt x="244" y="118"/>
                    <a:pt x="225" y="90"/>
                    <a:pt x="204" y="69"/>
                  </a:cubicBezTo>
                  <a:cubicBezTo>
                    <a:pt x="182" y="47"/>
                    <a:pt x="154" y="32"/>
                    <a:pt x="127" y="35"/>
                  </a:cubicBezTo>
                  <a:cubicBezTo>
                    <a:pt x="120" y="35"/>
                    <a:pt x="111" y="35"/>
                    <a:pt x="105" y="38"/>
                  </a:cubicBezTo>
                  <a:cubicBezTo>
                    <a:pt x="99" y="41"/>
                    <a:pt x="90" y="41"/>
                    <a:pt x="84" y="44"/>
                  </a:cubicBezTo>
                  <a:cubicBezTo>
                    <a:pt x="68" y="50"/>
                    <a:pt x="56" y="60"/>
                    <a:pt x="47" y="72"/>
                  </a:cubicBezTo>
                  <a:cubicBezTo>
                    <a:pt x="25" y="90"/>
                    <a:pt x="10" y="121"/>
                    <a:pt x="0" y="158"/>
                  </a:cubicBezTo>
                  <a:cubicBezTo>
                    <a:pt x="0" y="121"/>
                    <a:pt x="13" y="87"/>
                    <a:pt x="34" y="5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3015000" y="5004720"/>
              <a:ext cx="56880" cy="69840"/>
            </a:xfrm>
            <a:custGeom>
              <a:avLst/>
              <a:gdLst>
                <a:gd name="textAreaLeft" fmla="*/ 0 w 56880"/>
                <a:gd name="textAreaRight" fmla="*/ 57600 w 56880"/>
                <a:gd name="textAreaTop" fmla="*/ 0 h 69840"/>
                <a:gd name="textAreaBottom" fmla="*/ 70560 h 69840"/>
              </a:gdLst>
              <a:ahLst/>
              <a:cxnLst/>
              <a:rect l="textAreaLeft" t="textAreaTop" r="textAreaRight" b="textAreaBottom"/>
              <a:pathLst>
                <a:path w="160" h="196">
                  <a:moveTo>
                    <a:pt x="160" y="98"/>
                  </a:moveTo>
                  <a:cubicBezTo>
                    <a:pt x="160" y="115"/>
                    <a:pt x="157" y="132"/>
                    <a:pt x="150" y="147"/>
                  </a:cubicBezTo>
                  <a:cubicBezTo>
                    <a:pt x="143" y="162"/>
                    <a:pt x="132" y="174"/>
                    <a:pt x="120" y="183"/>
                  </a:cubicBezTo>
                  <a:cubicBezTo>
                    <a:pt x="107" y="191"/>
                    <a:pt x="94" y="196"/>
                    <a:pt x="80" y="196"/>
                  </a:cubicBezTo>
                  <a:cubicBezTo>
                    <a:pt x="66" y="196"/>
                    <a:pt x="52" y="191"/>
                    <a:pt x="40" y="183"/>
                  </a:cubicBezTo>
                  <a:cubicBezTo>
                    <a:pt x="27" y="174"/>
                    <a:pt x="18" y="162"/>
                    <a:pt x="11" y="147"/>
                  </a:cubicBezTo>
                  <a:cubicBezTo>
                    <a:pt x="4" y="132"/>
                    <a:pt x="0" y="115"/>
                    <a:pt x="0" y="98"/>
                  </a:cubicBezTo>
                  <a:cubicBezTo>
                    <a:pt x="0" y="81"/>
                    <a:pt x="4" y="64"/>
                    <a:pt x="11" y="49"/>
                  </a:cubicBezTo>
                  <a:cubicBezTo>
                    <a:pt x="18" y="34"/>
                    <a:pt x="27" y="21"/>
                    <a:pt x="40" y="13"/>
                  </a:cubicBezTo>
                  <a:cubicBezTo>
                    <a:pt x="52" y="4"/>
                    <a:pt x="66" y="0"/>
                    <a:pt x="80" y="0"/>
                  </a:cubicBezTo>
                  <a:cubicBezTo>
                    <a:pt x="94" y="0"/>
                    <a:pt x="107" y="4"/>
                    <a:pt x="120" y="13"/>
                  </a:cubicBezTo>
                  <a:cubicBezTo>
                    <a:pt x="132" y="21"/>
                    <a:pt x="143" y="34"/>
                    <a:pt x="150" y="49"/>
                  </a:cubicBezTo>
                  <a:cubicBezTo>
                    <a:pt x="157" y="64"/>
                    <a:pt x="160" y="81"/>
                    <a:pt x="160" y="9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2812680" y="4977000"/>
              <a:ext cx="96480" cy="116280"/>
            </a:xfrm>
            <a:custGeom>
              <a:avLst/>
              <a:gdLst>
                <a:gd name="textAreaLeft" fmla="*/ 0 w 96480"/>
                <a:gd name="textAreaRight" fmla="*/ 97200 w 96480"/>
                <a:gd name="textAreaTop" fmla="*/ 0 h 116280"/>
                <a:gd name="textAreaBottom" fmla="*/ 117000 h 116280"/>
              </a:gdLst>
              <a:ahLst/>
              <a:cxnLst/>
              <a:rect l="textAreaLeft" t="textAreaTop" r="textAreaRight" b="textAreaBottom"/>
              <a:pathLst>
                <a:path w="270" h="325">
                  <a:moveTo>
                    <a:pt x="178" y="9"/>
                  </a:moveTo>
                  <a:cubicBezTo>
                    <a:pt x="86" y="-28"/>
                    <a:pt x="25" y="61"/>
                    <a:pt x="10" y="110"/>
                  </a:cubicBezTo>
                  <a:cubicBezTo>
                    <a:pt x="-15" y="184"/>
                    <a:pt x="15" y="267"/>
                    <a:pt x="25" y="286"/>
                  </a:cubicBezTo>
                  <a:cubicBezTo>
                    <a:pt x="30" y="298"/>
                    <a:pt x="99" y="357"/>
                    <a:pt x="249" y="301"/>
                  </a:cubicBezTo>
                  <a:cubicBezTo>
                    <a:pt x="245" y="301"/>
                    <a:pt x="282" y="218"/>
                    <a:pt x="267" y="141"/>
                  </a:cubicBezTo>
                  <a:cubicBezTo>
                    <a:pt x="238" y="97"/>
                    <a:pt x="258" y="40"/>
                    <a:pt x="178" y="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2805840" y="4971600"/>
              <a:ext cx="102600" cy="123840"/>
            </a:xfrm>
            <a:custGeom>
              <a:avLst/>
              <a:gdLst>
                <a:gd name="textAreaLeft" fmla="*/ 0 w 102600"/>
                <a:gd name="textAreaRight" fmla="*/ 103320 w 102600"/>
                <a:gd name="textAreaTop" fmla="*/ 0 h 123840"/>
                <a:gd name="textAreaBottom" fmla="*/ 124560 h 123840"/>
              </a:gdLst>
              <a:ahLst/>
              <a:cxnLst/>
              <a:rect l="textAreaLeft" t="textAreaTop" r="textAreaRight" b="textAreaBottom"/>
              <a:pathLst>
                <a:path w="287" h="346">
                  <a:moveTo>
                    <a:pt x="241" y="66"/>
                  </a:moveTo>
                  <a:cubicBezTo>
                    <a:pt x="229" y="54"/>
                    <a:pt x="216" y="44"/>
                    <a:pt x="204" y="38"/>
                  </a:cubicBezTo>
                  <a:cubicBezTo>
                    <a:pt x="198" y="35"/>
                    <a:pt x="189" y="32"/>
                    <a:pt x="182" y="32"/>
                  </a:cubicBezTo>
                  <a:cubicBezTo>
                    <a:pt x="176" y="29"/>
                    <a:pt x="167" y="29"/>
                    <a:pt x="161" y="29"/>
                  </a:cubicBezTo>
                  <a:cubicBezTo>
                    <a:pt x="133" y="29"/>
                    <a:pt x="102" y="41"/>
                    <a:pt x="84" y="63"/>
                  </a:cubicBezTo>
                  <a:cubicBezTo>
                    <a:pt x="62" y="84"/>
                    <a:pt x="44" y="115"/>
                    <a:pt x="38" y="143"/>
                  </a:cubicBezTo>
                  <a:cubicBezTo>
                    <a:pt x="32" y="174"/>
                    <a:pt x="32" y="207"/>
                    <a:pt x="38" y="241"/>
                  </a:cubicBezTo>
                  <a:cubicBezTo>
                    <a:pt x="41" y="257"/>
                    <a:pt x="47" y="275"/>
                    <a:pt x="53" y="287"/>
                  </a:cubicBezTo>
                  <a:cubicBezTo>
                    <a:pt x="54" y="289"/>
                    <a:pt x="55" y="292"/>
                    <a:pt x="56" y="294"/>
                  </a:cubicBezTo>
                  <a:cubicBezTo>
                    <a:pt x="59" y="297"/>
                    <a:pt x="62" y="297"/>
                    <a:pt x="62" y="300"/>
                  </a:cubicBezTo>
                  <a:cubicBezTo>
                    <a:pt x="69" y="303"/>
                    <a:pt x="75" y="309"/>
                    <a:pt x="81" y="312"/>
                  </a:cubicBezTo>
                  <a:cubicBezTo>
                    <a:pt x="109" y="324"/>
                    <a:pt x="139" y="331"/>
                    <a:pt x="173" y="327"/>
                  </a:cubicBezTo>
                  <a:cubicBezTo>
                    <a:pt x="204" y="327"/>
                    <a:pt x="238" y="321"/>
                    <a:pt x="269" y="312"/>
                  </a:cubicBezTo>
                  <a:cubicBezTo>
                    <a:pt x="238" y="327"/>
                    <a:pt x="207" y="337"/>
                    <a:pt x="173" y="343"/>
                  </a:cubicBezTo>
                  <a:cubicBezTo>
                    <a:pt x="139" y="349"/>
                    <a:pt x="105" y="346"/>
                    <a:pt x="72" y="334"/>
                  </a:cubicBezTo>
                  <a:cubicBezTo>
                    <a:pt x="62" y="331"/>
                    <a:pt x="56" y="327"/>
                    <a:pt x="47" y="321"/>
                  </a:cubicBezTo>
                  <a:cubicBezTo>
                    <a:pt x="44" y="318"/>
                    <a:pt x="38" y="315"/>
                    <a:pt x="35" y="312"/>
                  </a:cubicBezTo>
                  <a:cubicBezTo>
                    <a:pt x="34" y="311"/>
                    <a:pt x="33" y="310"/>
                    <a:pt x="32" y="309"/>
                  </a:cubicBezTo>
                  <a:cubicBezTo>
                    <a:pt x="31" y="308"/>
                    <a:pt x="30" y="307"/>
                    <a:pt x="29" y="306"/>
                  </a:cubicBezTo>
                  <a:cubicBezTo>
                    <a:pt x="29" y="305"/>
                    <a:pt x="29" y="304"/>
                    <a:pt x="29" y="303"/>
                  </a:cubicBezTo>
                  <a:cubicBezTo>
                    <a:pt x="28" y="302"/>
                    <a:pt x="27" y="301"/>
                    <a:pt x="25" y="300"/>
                  </a:cubicBezTo>
                  <a:cubicBezTo>
                    <a:pt x="19" y="281"/>
                    <a:pt x="13" y="266"/>
                    <a:pt x="7" y="247"/>
                  </a:cubicBezTo>
                  <a:cubicBezTo>
                    <a:pt x="-2" y="211"/>
                    <a:pt x="-2" y="174"/>
                    <a:pt x="4" y="134"/>
                  </a:cubicBezTo>
                  <a:cubicBezTo>
                    <a:pt x="13" y="97"/>
                    <a:pt x="35" y="63"/>
                    <a:pt x="59" y="38"/>
                  </a:cubicBezTo>
                  <a:cubicBezTo>
                    <a:pt x="87" y="14"/>
                    <a:pt x="121" y="-5"/>
                    <a:pt x="158" y="1"/>
                  </a:cubicBezTo>
                  <a:cubicBezTo>
                    <a:pt x="167" y="1"/>
                    <a:pt x="176" y="4"/>
                    <a:pt x="185" y="7"/>
                  </a:cubicBezTo>
                  <a:cubicBezTo>
                    <a:pt x="195" y="11"/>
                    <a:pt x="201" y="14"/>
                    <a:pt x="210" y="20"/>
                  </a:cubicBezTo>
                  <a:cubicBezTo>
                    <a:pt x="225" y="29"/>
                    <a:pt x="238" y="41"/>
                    <a:pt x="250" y="57"/>
                  </a:cubicBezTo>
                  <a:cubicBezTo>
                    <a:pt x="272" y="81"/>
                    <a:pt x="284" y="118"/>
                    <a:pt x="287" y="155"/>
                  </a:cubicBezTo>
                  <a:cubicBezTo>
                    <a:pt x="278" y="121"/>
                    <a:pt x="265" y="87"/>
                    <a:pt x="241" y="6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2837160" y="5004720"/>
              <a:ext cx="56880" cy="69840"/>
            </a:xfrm>
            <a:custGeom>
              <a:avLst/>
              <a:gdLst>
                <a:gd name="textAreaLeft" fmla="*/ 0 w 56880"/>
                <a:gd name="textAreaRight" fmla="*/ 57600 w 56880"/>
                <a:gd name="textAreaTop" fmla="*/ 0 h 69840"/>
                <a:gd name="textAreaBottom" fmla="*/ 70560 h 69840"/>
              </a:gdLst>
              <a:ahLst/>
              <a:cxnLst/>
              <a:rect l="textAreaLeft" t="textAreaTop" r="textAreaRight" b="textAreaBottom"/>
              <a:pathLst>
                <a:path w="160" h="196">
                  <a:moveTo>
                    <a:pt x="160" y="98"/>
                  </a:moveTo>
                  <a:cubicBezTo>
                    <a:pt x="160" y="115"/>
                    <a:pt x="156" y="132"/>
                    <a:pt x="149" y="147"/>
                  </a:cubicBezTo>
                  <a:cubicBezTo>
                    <a:pt x="142" y="162"/>
                    <a:pt x="132" y="174"/>
                    <a:pt x="120" y="183"/>
                  </a:cubicBezTo>
                  <a:cubicBezTo>
                    <a:pt x="108" y="191"/>
                    <a:pt x="94" y="196"/>
                    <a:pt x="80" y="196"/>
                  </a:cubicBezTo>
                  <a:cubicBezTo>
                    <a:pt x="66" y="196"/>
                    <a:pt x="52" y="191"/>
                    <a:pt x="40" y="183"/>
                  </a:cubicBezTo>
                  <a:cubicBezTo>
                    <a:pt x="28" y="174"/>
                    <a:pt x="18" y="162"/>
                    <a:pt x="11" y="147"/>
                  </a:cubicBezTo>
                  <a:cubicBezTo>
                    <a:pt x="4" y="132"/>
                    <a:pt x="0" y="115"/>
                    <a:pt x="0" y="98"/>
                  </a:cubicBezTo>
                  <a:cubicBezTo>
                    <a:pt x="0" y="81"/>
                    <a:pt x="4" y="64"/>
                    <a:pt x="11" y="49"/>
                  </a:cubicBezTo>
                  <a:cubicBezTo>
                    <a:pt x="18" y="34"/>
                    <a:pt x="28" y="21"/>
                    <a:pt x="40" y="13"/>
                  </a:cubicBezTo>
                  <a:cubicBezTo>
                    <a:pt x="52" y="4"/>
                    <a:pt x="66" y="0"/>
                    <a:pt x="80" y="0"/>
                  </a:cubicBezTo>
                  <a:cubicBezTo>
                    <a:pt x="94" y="0"/>
                    <a:pt x="108" y="4"/>
                    <a:pt x="120" y="13"/>
                  </a:cubicBezTo>
                  <a:cubicBezTo>
                    <a:pt x="132" y="21"/>
                    <a:pt x="142" y="34"/>
                    <a:pt x="149" y="49"/>
                  </a:cubicBezTo>
                  <a:cubicBezTo>
                    <a:pt x="156" y="64"/>
                    <a:pt x="160" y="81"/>
                    <a:pt x="160" y="9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2925720" y="5129280"/>
              <a:ext cx="57960" cy="48240"/>
            </a:xfrm>
            <a:custGeom>
              <a:avLst/>
              <a:gdLst>
                <a:gd name="textAreaLeft" fmla="*/ 0 w 57960"/>
                <a:gd name="textAreaRight" fmla="*/ 58680 w 57960"/>
                <a:gd name="textAreaTop" fmla="*/ 0 h 48240"/>
                <a:gd name="textAreaBottom" fmla="*/ 48960 h 48240"/>
              </a:gdLst>
              <a:ahLst/>
              <a:cxnLst/>
              <a:rect l="textAreaLeft" t="textAreaTop" r="textAreaRight" b="textAreaBottom"/>
              <a:pathLst>
                <a:path w="163" h="136">
                  <a:moveTo>
                    <a:pt x="0" y="0"/>
                  </a:moveTo>
                  <a:cubicBezTo>
                    <a:pt x="54" y="0"/>
                    <a:pt x="109" y="0"/>
                    <a:pt x="163" y="0"/>
                  </a:cubicBezTo>
                  <a:cubicBezTo>
                    <a:pt x="163" y="45"/>
                    <a:pt x="163" y="91"/>
                    <a:pt x="163" y="136"/>
                  </a:cubicBezTo>
                  <a:cubicBezTo>
                    <a:pt x="109" y="136"/>
                    <a:pt x="54" y="136"/>
                    <a:pt x="0" y="136"/>
                  </a:cubicBezTo>
                  <a:cubicBezTo>
                    <a:pt x="0" y="91"/>
                    <a:pt x="0" y="45"/>
                    <a:pt x="0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3" name=""/>
            <p:cNvSpPr/>
            <p:nvPr/>
          </p:nvSpPr>
          <p:spPr>
            <a:xfrm>
              <a:off x="2843640" y="5088240"/>
              <a:ext cx="221040" cy="78480"/>
            </a:xfrm>
            <a:custGeom>
              <a:avLst/>
              <a:gdLst>
                <a:gd name="textAreaLeft" fmla="*/ 0 w 221040"/>
                <a:gd name="textAreaRight" fmla="*/ 221760 w 221040"/>
                <a:gd name="textAreaTop" fmla="*/ 0 h 78480"/>
                <a:gd name="textAreaBottom" fmla="*/ 79200 h 78480"/>
              </a:gdLst>
              <a:ahLst/>
              <a:cxnLst/>
              <a:rect l="textAreaLeft" t="textAreaTop" r="textAreaRight" b="textAreaBottom"/>
              <a:pathLst>
                <a:path w="616" h="220">
                  <a:moveTo>
                    <a:pt x="465" y="188"/>
                  </a:moveTo>
                  <a:cubicBezTo>
                    <a:pt x="434" y="185"/>
                    <a:pt x="404" y="178"/>
                    <a:pt x="379" y="163"/>
                  </a:cubicBezTo>
                  <a:cubicBezTo>
                    <a:pt x="354" y="147"/>
                    <a:pt x="336" y="127"/>
                    <a:pt x="333" y="105"/>
                  </a:cubicBezTo>
                  <a:cubicBezTo>
                    <a:pt x="326" y="70"/>
                    <a:pt x="318" y="35"/>
                    <a:pt x="311" y="0"/>
                  </a:cubicBezTo>
                  <a:cubicBezTo>
                    <a:pt x="304" y="35"/>
                    <a:pt x="297" y="70"/>
                    <a:pt x="290" y="105"/>
                  </a:cubicBezTo>
                  <a:cubicBezTo>
                    <a:pt x="284" y="130"/>
                    <a:pt x="268" y="147"/>
                    <a:pt x="244" y="163"/>
                  </a:cubicBezTo>
                  <a:cubicBezTo>
                    <a:pt x="219" y="178"/>
                    <a:pt x="188" y="188"/>
                    <a:pt x="157" y="188"/>
                  </a:cubicBezTo>
                  <a:cubicBezTo>
                    <a:pt x="124" y="188"/>
                    <a:pt x="93" y="185"/>
                    <a:pt x="65" y="170"/>
                  </a:cubicBezTo>
                  <a:cubicBezTo>
                    <a:pt x="37" y="157"/>
                    <a:pt x="13" y="136"/>
                    <a:pt x="0" y="108"/>
                  </a:cubicBezTo>
                  <a:cubicBezTo>
                    <a:pt x="4" y="139"/>
                    <a:pt x="22" y="167"/>
                    <a:pt x="50" y="185"/>
                  </a:cubicBezTo>
                  <a:cubicBezTo>
                    <a:pt x="77" y="203"/>
                    <a:pt x="117" y="216"/>
                    <a:pt x="154" y="219"/>
                  </a:cubicBezTo>
                  <a:cubicBezTo>
                    <a:pt x="194" y="222"/>
                    <a:pt x="231" y="213"/>
                    <a:pt x="265" y="194"/>
                  </a:cubicBezTo>
                  <a:cubicBezTo>
                    <a:pt x="284" y="185"/>
                    <a:pt x="296" y="173"/>
                    <a:pt x="308" y="157"/>
                  </a:cubicBezTo>
                  <a:cubicBezTo>
                    <a:pt x="320" y="173"/>
                    <a:pt x="336" y="185"/>
                    <a:pt x="351" y="194"/>
                  </a:cubicBezTo>
                  <a:cubicBezTo>
                    <a:pt x="385" y="213"/>
                    <a:pt x="425" y="222"/>
                    <a:pt x="462" y="219"/>
                  </a:cubicBezTo>
                  <a:cubicBezTo>
                    <a:pt x="499" y="219"/>
                    <a:pt x="539" y="207"/>
                    <a:pt x="567" y="185"/>
                  </a:cubicBezTo>
                  <a:cubicBezTo>
                    <a:pt x="594" y="167"/>
                    <a:pt x="616" y="136"/>
                    <a:pt x="616" y="108"/>
                  </a:cubicBezTo>
                  <a:cubicBezTo>
                    <a:pt x="610" y="133"/>
                    <a:pt x="585" y="154"/>
                    <a:pt x="557" y="170"/>
                  </a:cubicBezTo>
                  <a:cubicBezTo>
                    <a:pt x="530" y="182"/>
                    <a:pt x="496" y="188"/>
                    <a:pt x="465" y="18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4" name=""/>
            <p:cNvSpPr/>
            <p:nvPr/>
          </p:nvSpPr>
          <p:spPr>
            <a:xfrm>
              <a:off x="2912040" y="5073840"/>
              <a:ext cx="83880" cy="39240"/>
            </a:xfrm>
            <a:custGeom>
              <a:avLst/>
              <a:gdLst>
                <a:gd name="textAreaLeft" fmla="*/ 0 w 83880"/>
                <a:gd name="textAreaRight" fmla="*/ 84600 w 83880"/>
                <a:gd name="textAreaTop" fmla="*/ 0 h 39240"/>
                <a:gd name="textAreaBottom" fmla="*/ 39960 h 39240"/>
              </a:gdLst>
              <a:ahLst/>
              <a:cxnLst/>
              <a:rect l="textAreaLeft" t="textAreaTop" r="textAreaRight" b="textAreaBottom"/>
              <a:pathLst>
                <a:path w="235" h="111">
                  <a:moveTo>
                    <a:pt x="117" y="0"/>
                  </a:moveTo>
                  <a:cubicBezTo>
                    <a:pt x="96" y="0"/>
                    <a:pt x="31" y="0"/>
                    <a:pt x="6" y="19"/>
                  </a:cubicBezTo>
                  <a:cubicBezTo>
                    <a:pt x="-9" y="31"/>
                    <a:pt x="3" y="62"/>
                    <a:pt x="43" y="90"/>
                  </a:cubicBezTo>
                  <a:cubicBezTo>
                    <a:pt x="71" y="108"/>
                    <a:pt x="96" y="111"/>
                    <a:pt x="114" y="111"/>
                  </a:cubicBezTo>
                  <a:cubicBezTo>
                    <a:pt x="136" y="111"/>
                    <a:pt x="160" y="105"/>
                    <a:pt x="185" y="90"/>
                  </a:cubicBezTo>
                  <a:cubicBezTo>
                    <a:pt x="234" y="62"/>
                    <a:pt x="243" y="31"/>
                    <a:pt x="228" y="19"/>
                  </a:cubicBezTo>
                  <a:cubicBezTo>
                    <a:pt x="206" y="0"/>
                    <a:pt x="139" y="0"/>
                    <a:pt x="117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25" name=""/>
          <p:cNvGrpSpPr/>
          <p:nvPr/>
        </p:nvGrpSpPr>
        <p:grpSpPr>
          <a:xfrm>
            <a:off x="1313280" y="4818960"/>
            <a:ext cx="252360" cy="331560"/>
            <a:chOff x="1313280" y="4818960"/>
            <a:chExt cx="252360" cy="331560"/>
          </a:xfrm>
        </p:grpSpPr>
        <p:sp>
          <p:nvSpPr>
            <p:cNvPr id="26" name=""/>
            <p:cNvSpPr/>
            <p:nvPr/>
          </p:nvSpPr>
          <p:spPr>
            <a:xfrm>
              <a:off x="1313280" y="5046480"/>
              <a:ext cx="43560" cy="47880"/>
            </a:xfrm>
            <a:custGeom>
              <a:avLst/>
              <a:gdLst>
                <a:gd name="textAreaLeft" fmla="*/ 0 w 43560"/>
                <a:gd name="textAreaRight" fmla="*/ 44280 w 43560"/>
                <a:gd name="textAreaTop" fmla="*/ 0 h 47880"/>
                <a:gd name="textAreaBottom" fmla="*/ 48600 h 47880"/>
              </a:gdLst>
              <a:ahLst/>
              <a:cxnLst/>
              <a:rect l="textAreaLeft" t="textAreaTop" r="textAreaRight" b="textAreaBottom"/>
              <a:pathLst>
                <a:path w="123" h="135">
                  <a:moveTo>
                    <a:pt x="0" y="67"/>
                  </a:moveTo>
                  <a:cubicBezTo>
                    <a:pt x="0" y="79"/>
                    <a:pt x="3" y="90"/>
                    <a:pt x="8" y="101"/>
                  </a:cubicBezTo>
                  <a:cubicBezTo>
                    <a:pt x="13" y="111"/>
                    <a:pt x="20" y="120"/>
                    <a:pt x="30" y="126"/>
                  </a:cubicBezTo>
                  <a:cubicBezTo>
                    <a:pt x="39" y="132"/>
                    <a:pt x="50" y="135"/>
                    <a:pt x="61" y="135"/>
                  </a:cubicBezTo>
                  <a:cubicBezTo>
                    <a:pt x="72" y="135"/>
                    <a:pt x="83" y="132"/>
                    <a:pt x="92" y="126"/>
                  </a:cubicBezTo>
                  <a:cubicBezTo>
                    <a:pt x="101" y="120"/>
                    <a:pt x="109" y="111"/>
                    <a:pt x="115" y="101"/>
                  </a:cubicBezTo>
                  <a:cubicBezTo>
                    <a:pt x="120" y="90"/>
                    <a:pt x="123" y="79"/>
                    <a:pt x="123" y="67"/>
                  </a:cubicBezTo>
                  <a:cubicBezTo>
                    <a:pt x="123" y="56"/>
                    <a:pt x="120" y="44"/>
                    <a:pt x="115" y="34"/>
                  </a:cubicBezTo>
                  <a:cubicBezTo>
                    <a:pt x="109" y="23"/>
                    <a:pt x="101" y="15"/>
                    <a:pt x="92" y="9"/>
                  </a:cubicBezTo>
                  <a:cubicBezTo>
                    <a:pt x="83" y="3"/>
                    <a:pt x="72" y="0"/>
                    <a:pt x="61" y="0"/>
                  </a:cubicBezTo>
                  <a:cubicBezTo>
                    <a:pt x="50" y="0"/>
                    <a:pt x="39" y="3"/>
                    <a:pt x="30" y="9"/>
                  </a:cubicBezTo>
                  <a:cubicBezTo>
                    <a:pt x="20" y="15"/>
                    <a:pt x="13" y="23"/>
                    <a:pt x="8" y="34"/>
                  </a:cubicBezTo>
                  <a:cubicBezTo>
                    <a:pt x="3" y="44"/>
                    <a:pt x="0" y="56"/>
                    <a:pt x="0" y="6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1329120" y="5040720"/>
              <a:ext cx="75960" cy="96120"/>
            </a:xfrm>
            <a:custGeom>
              <a:avLst/>
              <a:gdLst>
                <a:gd name="textAreaLeft" fmla="*/ 0 w 75960"/>
                <a:gd name="textAreaRight" fmla="*/ 76680 w 75960"/>
                <a:gd name="textAreaTop" fmla="*/ 0 h 96120"/>
                <a:gd name="textAreaBottom" fmla="*/ 96840 h 96120"/>
              </a:gdLst>
              <a:ahLst/>
              <a:cxnLst/>
              <a:rect l="textAreaLeft" t="textAreaTop" r="textAreaRight" b="textAreaBottom"/>
              <a:pathLst>
                <a:path w="213" h="269">
                  <a:moveTo>
                    <a:pt x="13" y="227"/>
                  </a:moveTo>
                  <a:cubicBezTo>
                    <a:pt x="-34" y="53"/>
                    <a:pt x="64" y="76"/>
                    <a:pt x="89" y="0"/>
                  </a:cubicBezTo>
                  <a:cubicBezTo>
                    <a:pt x="126" y="18"/>
                    <a:pt x="162" y="36"/>
                    <a:pt x="198" y="54"/>
                  </a:cubicBezTo>
                  <a:cubicBezTo>
                    <a:pt x="198" y="53"/>
                    <a:pt x="232" y="220"/>
                    <a:pt x="199" y="257"/>
                  </a:cubicBezTo>
                  <a:cubicBezTo>
                    <a:pt x="175" y="285"/>
                    <a:pt x="22" y="262"/>
                    <a:pt x="13" y="22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1355400" y="5095080"/>
              <a:ext cx="44640" cy="22680"/>
            </a:xfrm>
            <a:custGeom>
              <a:avLst/>
              <a:gdLst>
                <a:gd name="textAreaLeft" fmla="*/ 0 w 44640"/>
                <a:gd name="textAreaRight" fmla="*/ 45360 w 44640"/>
                <a:gd name="textAreaTop" fmla="*/ 0 h 22680"/>
                <a:gd name="textAreaBottom" fmla="*/ 23400 h 22680"/>
              </a:gdLst>
              <a:ahLst/>
              <a:cxnLst/>
              <a:rect l="textAreaLeft" t="textAreaTop" r="textAreaRight" b="textAreaBottom"/>
              <a:pathLst>
                <a:path w="126" h="65">
                  <a:moveTo>
                    <a:pt x="109" y="31"/>
                  </a:moveTo>
                  <a:cubicBezTo>
                    <a:pt x="100" y="22"/>
                    <a:pt x="89" y="13"/>
                    <a:pt x="77" y="9"/>
                  </a:cubicBezTo>
                  <a:cubicBezTo>
                    <a:pt x="52" y="-2"/>
                    <a:pt x="24" y="-2"/>
                    <a:pt x="0" y="7"/>
                  </a:cubicBezTo>
                  <a:cubicBezTo>
                    <a:pt x="26" y="7"/>
                    <a:pt x="49" y="9"/>
                    <a:pt x="72" y="19"/>
                  </a:cubicBezTo>
                  <a:cubicBezTo>
                    <a:pt x="83" y="23"/>
                    <a:pt x="93" y="29"/>
                    <a:pt x="103" y="37"/>
                  </a:cubicBezTo>
                  <a:cubicBezTo>
                    <a:pt x="110" y="45"/>
                    <a:pt x="120" y="54"/>
                    <a:pt x="126" y="65"/>
                  </a:cubicBezTo>
                  <a:cubicBezTo>
                    <a:pt x="124" y="52"/>
                    <a:pt x="118" y="40"/>
                    <a:pt x="109" y="3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9" name=""/>
            <p:cNvSpPr/>
            <p:nvPr/>
          </p:nvSpPr>
          <p:spPr>
            <a:xfrm>
              <a:off x="1391400" y="5033160"/>
              <a:ext cx="64440" cy="117360"/>
            </a:xfrm>
            <a:custGeom>
              <a:avLst/>
              <a:gdLst>
                <a:gd name="textAreaLeft" fmla="*/ 0 w 64440"/>
                <a:gd name="textAreaRight" fmla="*/ 65160 w 64440"/>
                <a:gd name="textAreaTop" fmla="*/ 0 h 117360"/>
                <a:gd name="textAreaBottom" fmla="*/ 118080 h 117360"/>
              </a:gdLst>
              <a:ahLst/>
              <a:cxnLst/>
              <a:rect l="textAreaLeft" t="textAreaTop" r="textAreaRight" b="textAreaBottom"/>
              <a:pathLst>
                <a:path w="181" h="328">
                  <a:moveTo>
                    <a:pt x="37" y="308"/>
                  </a:moveTo>
                  <a:cubicBezTo>
                    <a:pt x="0" y="269"/>
                    <a:pt x="1" y="98"/>
                    <a:pt x="0" y="14"/>
                  </a:cubicBezTo>
                  <a:cubicBezTo>
                    <a:pt x="52" y="9"/>
                    <a:pt x="105" y="5"/>
                    <a:pt x="157" y="0"/>
                  </a:cubicBezTo>
                  <a:cubicBezTo>
                    <a:pt x="158" y="0"/>
                    <a:pt x="201" y="271"/>
                    <a:pt x="170" y="308"/>
                  </a:cubicBezTo>
                  <a:cubicBezTo>
                    <a:pt x="147" y="335"/>
                    <a:pt x="63" y="334"/>
                    <a:pt x="37" y="30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1448280" y="5033160"/>
              <a:ext cx="64800" cy="117360"/>
            </a:xfrm>
            <a:custGeom>
              <a:avLst/>
              <a:gdLst>
                <a:gd name="textAreaLeft" fmla="*/ 0 w 64800"/>
                <a:gd name="textAreaRight" fmla="*/ 65520 w 64800"/>
                <a:gd name="textAreaTop" fmla="*/ 0 h 117360"/>
                <a:gd name="textAreaBottom" fmla="*/ 118080 h 117360"/>
              </a:gdLst>
              <a:ahLst/>
              <a:cxnLst/>
              <a:rect l="textAreaLeft" t="textAreaTop" r="textAreaRight" b="textAreaBottom"/>
              <a:pathLst>
                <a:path w="182" h="328">
                  <a:moveTo>
                    <a:pt x="145" y="308"/>
                  </a:moveTo>
                  <a:cubicBezTo>
                    <a:pt x="182" y="269"/>
                    <a:pt x="181" y="98"/>
                    <a:pt x="182" y="14"/>
                  </a:cubicBezTo>
                  <a:cubicBezTo>
                    <a:pt x="130" y="9"/>
                    <a:pt x="78" y="5"/>
                    <a:pt x="25" y="0"/>
                  </a:cubicBezTo>
                  <a:cubicBezTo>
                    <a:pt x="21" y="103"/>
                    <a:pt x="-19" y="271"/>
                    <a:pt x="11" y="308"/>
                  </a:cubicBezTo>
                  <a:cubicBezTo>
                    <a:pt x="34" y="335"/>
                    <a:pt x="119" y="334"/>
                    <a:pt x="145" y="30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1450080" y="5096160"/>
              <a:ext cx="3960" cy="47160"/>
            </a:xfrm>
            <a:custGeom>
              <a:avLst/>
              <a:gdLst>
                <a:gd name="textAreaLeft" fmla="*/ 0 w 3960"/>
                <a:gd name="textAreaRight" fmla="*/ 4680 w 3960"/>
                <a:gd name="textAreaTop" fmla="*/ 0 h 47160"/>
                <a:gd name="textAreaBottom" fmla="*/ 47880 h 47160"/>
              </a:gdLst>
              <a:ahLst/>
              <a:cxnLst/>
              <a:rect l="textAreaLeft" t="textAreaTop" r="textAreaRight" b="textAreaBottom"/>
              <a:pathLst>
                <a:path w="13" h="133">
                  <a:moveTo>
                    <a:pt x="13" y="66"/>
                  </a:moveTo>
                  <a:cubicBezTo>
                    <a:pt x="13" y="44"/>
                    <a:pt x="11" y="22"/>
                    <a:pt x="6" y="0"/>
                  </a:cubicBezTo>
                  <a:cubicBezTo>
                    <a:pt x="2" y="22"/>
                    <a:pt x="0" y="45"/>
                    <a:pt x="0" y="66"/>
                  </a:cubicBezTo>
                  <a:cubicBezTo>
                    <a:pt x="2" y="89"/>
                    <a:pt x="2" y="111"/>
                    <a:pt x="6" y="133"/>
                  </a:cubicBezTo>
                  <a:cubicBezTo>
                    <a:pt x="11" y="111"/>
                    <a:pt x="13" y="87"/>
                    <a:pt x="13" y="6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1402920" y="5028840"/>
              <a:ext cx="99000" cy="95400"/>
            </a:xfrm>
            <a:custGeom>
              <a:avLst/>
              <a:gdLst>
                <a:gd name="textAreaLeft" fmla="*/ 0 w 99000"/>
                <a:gd name="textAreaRight" fmla="*/ 99720 w 99000"/>
                <a:gd name="textAreaTop" fmla="*/ 0 h 95400"/>
                <a:gd name="textAreaBottom" fmla="*/ 96120 h 95400"/>
              </a:gdLst>
              <a:ahLst/>
              <a:cxnLst/>
              <a:rect l="textAreaLeft" t="textAreaTop" r="textAreaRight" b="textAreaBottom"/>
              <a:pathLst>
                <a:path w="277" h="267">
                  <a:moveTo>
                    <a:pt x="138" y="267"/>
                  </a:moveTo>
                  <a:cubicBezTo>
                    <a:pt x="184" y="220"/>
                    <a:pt x="277" y="195"/>
                    <a:pt x="277" y="126"/>
                  </a:cubicBezTo>
                  <a:cubicBezTo>
                    <a:pt x="277" y="56"/>
                    <a:pt x="215" y="0"/>
                    <a:pt x="138" y="0"/>
                  </a:cubicBezTo>
                  <a:cubicBezTo>
                    <a:pt x="61" y="0"/>
                    <a:pt x="0" y="56"/>
                    <a:pt x="0" y="126"/>
                  </a:cubicBezTo>
                  <a:cubicBezTo>
                    <a:pt x="0" y="195"/>
                    <a:pt x="92" y="220"/>
                    <a:pt x="138" y="26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1338480" y="4818960"/>
              <a:ext cx="74520" cy="145080"/>
            </a:xfrm>
            <a:custGeom>
              <a:avLst/>
              <a:gdLst>
                <a:gd name="textAreaLeft" fmla="*/ 0 w 74520"/>
                <a:gd name="textAreaRight" fmla="*/ 75240 w 74520"/>
                <a:gd name="textAreaTop" fmla="*/ 0 h 145080"/>
                <a:gd name="textAreaBottom" fmla="*/ 145800 h 145080"/>
              </a:gdLst>
              <a:ahLst/>
              <a:cxnLst/>
              <a:rect l="textAreaLeft" t="textAreaTop" r="textAreaRight" b="textAreaBottom"/>
              <a:pathLst>
                <a:path w="209" h="405">
                  <a:moveTo>
                    <a:pt x="190" y="177"/>
                  </a:moveTo>
                  <a:cubicBezTo>
                    <a:pt x="198" y="339"/>
                    <a:pt x="203" y="315"/>
                    <a:pt x="209" y="384"/>
                  </a:cubicBezTo>
                  <a:cubicBezTo>
                    <a:pt x="180" y="391"/>
                    <a:pt x="152" y="398"/>
                    <a:pt x="123" y="405"/>
                  </a:cubicBezTo>
                  <a:cubicBezTo>
                    <a:pt x="88" y="343"/>
                    <a:pt x="127" y="390"/>
                    <a:pt x="16" y="220"/>
                  </a:cubicBezTo>
                  <a:cubicBezTo>
                    <a:pt x="-24" y="157"/>
                    <a:pt x="19" y="10"/>
                    <a:pt x="44" y="0"/>
                  </a:cubicBezTo>
                  <a:cubicBezTo>
                    <a:pt x="59" y="-4"/>
                    <a:pt x="187" y="94"/>
                    <a:pt x="190" y="17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1353240" y="4848480"/>
              <a:ext cx="53640" cy="114480"/>
            </a:xfrm>
            <a:custGeom>
              <a:avLst/>
              <a:gdLst>
                <a:gd name="textAreaLeft" fmla="*/ 0 w 53640"/>
                <a:gd name="textAreaRight" fmla="*/ 54360 w 53640"/>
                <a:gd name="textAreaTop" fmla="*/ 0 h 114480"/>
                <a:gd name="textAreaBottom" fmla="*/ 115200 h 114480"/>
              </a:gdLst>
              <a:ahLst/>
              <a:cxnLst/>
              <a:rect l="textAreaLeft" t="textAreaTop" r="textAreaRight" b="textAreaBottom"/>
              <a:pathLst>
                <a:path w="151" h="320">
                  <a:moveTo>
                    <a:pt x="112" y="105"/>
                  </a:moveTo>
                  <a:cubicBezTo>
                    <a:pt x="142" y="262"/>
                    <a:pt x="138" y="239"/>
                    <a:pt x="151" y="306"/>
                  </a:cubicBezTo>
                  <a:cubicBezTo>
                    <a:pt x="132" y="311"/>
                    <a:pt x="113" y="315"/>
                    <a:pt x="94" y="320"/>
                  </a:cubicBezTo>
                  <a:cubicBezTo>
                    <a:pt x="67" y="256"/>
                    <a:pt x="94" y="309"/>
                    <a:pt x="11" y="129"/>
                  </a:cubicBezTo>
                  <a:cubicBezTo>
                    <a:pt x="-11" y="83"/>
                    <a:pt x="2" y="8"/>
                    <a:pt x="25" y="0"/>
                  </a:cubicBezTo>
                  <a:cubicBezTo>
                    <a:pt x="40" y="-5"/>
                    <a:pt x="100" y="40"/>
                    <a:pt x="112" y="10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1491120" y="4818960"/>
              <a:ext cx="74520" cy="145080"/>
            </a:xfrm>
            <a:custGeom>
              <a:avLst/>
              <a:gdLst>
                <a:gd name="textAreaLeft" fmla="*/ 0 w 74520"/>
                <a:gd name="textAreaRight" fmla="*/ 75240 w 74520"/>
                <a:gd name="textAreaTop" fmla="*/ 0 h 145080"/>
                <a:gd name="textAreaBottom" fmla="*/ 145800 h 145080"/>
              </a:gdLst>
              <a:ahLst/>
              <a:cxnLst/>
              <a:rect l="textAreaLeft" t="textAreaTop" r="textAreaRight" b="textAreaBottom"/>
              <a:pathLst>
                <a:path w="209" h="405">
                  <a:moveTo>
                    <a:pt x="19" y="177"/>
                  </a:moveTo>
                  <a:cubicBezTo>
                    <a:pt x="11" y="339"/>
                    <a:pt x="6" y="315"/>
                    <a:pt x="0" y="384"/>
                  </a:cubicBezTo>
                  <a:cubicBezTo>
                    <a:pt x="29" y="391"/>
                    <a:pt x="57" y="398"/>
                    <a:pt x="86" y="405"/>
                  </a:cubicBezTo>
                  <a:cubicBezTo>
                    <a:pt x="121" y="343"/>
                    <a:pt x="82" y="390"/>
                    <a:pt x="192" y="220"/>
                  </a:cubicBezTo>
                  <a:cubicBezTo>
                    <a:pt x="234" y="157"/>
                    <a:pt x="189" y="10"/>
                    <a:pt x="165" y="0"/>
                  </a:cubicBezTo>
                  <a:cubicBezTo>
                    <a:pt x="149" y="-4"/>
                    <a:pt x="22" y="94"/>
                    <a:pt x="19" y="17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1497240" y="4848480"/>
              <a:ext cx="54000" cy="115200"/>
            </a:xfrm>
            <a:custGeom>
              <a:avLst/>
              <a:gdLst>
                <a:gd name="textAreaLeft" fmla="*/ 0 w 54000"/>
                <a:gd name="textAreaRight" fmla="*/ 54720 w 54000"/>
                <a:gd name="textAreaTop" fmla="*/ 0 h 115200"/>
                <a:gd name="textAreaBottom" fmla="*/ 115920 h 115200"/>
              </a:gdLst>
              <a:ahLst/>
              <a:cxnLst/>
              <a:rect l="textAreaLeft" t="textAreaTop" r="textAreaRight" b="textAreaBottom"/>
              <a:pathLst>
                <a:path w="152" h="322">
                  <a:moveTo>
                    <a:pt x="38" y="105"/>
                  </a:moveTo>
                  <a:cubicBezTo>
                    <a:pt x="9" y="262"/>
                    <a:pt x="13" y="239"/>
                    <a:pt x="0" y="306"/>
                  </a:cubicBezTo>
                  <a:cubicBezTo>
                    <a:pt x="18" y="311"/>
                    <a:pt x="37" y="317"/>
                    <a:pt x="55" y="322"/>
                  </a:cubicBezTo>
                  <a:cubicBezTo>
                    <a:pt x="83" y="258"/>
                    <a:pt x="55" y="311"/>
                    <a:pt x="140" y="131"/>
                  </a:cubicBezTo>
                  <a:cubicBezTo>
                    <a:pt x="162" y="83"/>
                    <a:pt x="151" y="8"/>
                    <a:pt x="126" y="0"/>
                  </a:cubicBezTo>
                  <a:cubicBezTo>
                    <a:pt x="111" y="-5"/>
                    <a:pt x="51" y="40"/>
                    <a:pt x="38" y="10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7" name=""/>
            <p:cNvSpPr/>
            <p:nvPr/>
          </p:nvSpPr>
          <p:spPr>
            <a:xfrm>
              <a:off x="1351080" y="4907880"/>
              <a:ext cx="201960" cy="176760"/>
            </a:xfrm>
            <a:custGeom>
              <a:avLst/>
              <a:gdLst>
                <a:gd name="textAreaLeft" fmla="*/ 0 w 201960"/>
                <a:gd name="textAreaRight" fmla="*/ 202680 w 201960"/>
                <a:gd name="textAreaTop" fmla="*/ 0 h 176760"/>
                <a:gd name="textAreaBottom" fmla="*/ 177480 h 176760"/>
              </a:gdLst>
              <a:ahLst/>
              <a:cxnLst/>
              <a:rect l="textAreaLeft" t="textAreaTop" r="textAreaRight" b="textAreaBottom"/>
              <a:pathLst>
                <a:path w="563" h="493">
                  <a:moveTo>
                    <a:pt x="281" y="0"/>
                  </a:moveTo>
                  <a:cubicBezTo>
                    <a:pt x="127" y="0"/>
                    <a:pt x="56" y="66"/>
                    <a:pt x="56" y="158"/>
                  </a:cubicBezTo>
                  <a:cubicBezTo>
                    <a:pt x="56" y="235"/>
                    <a:pt x="-61" y="349"/>
                    <a:pt x="44" y="424"/>
                  </a:cubicBezTo>
                  <a:cubicBezTo>
                    <a:pt x="95" y="461"/>
                    <a:pt x="180" y="493"/>
                    <a:pt x="281" y="493"/>
                  </a:cubicBezTo>
                  <a:cubicBezTo>
                    <a:pt x="383" y="493"/>
                    <a:pt x="469" y="461"/>
                    <a:pt x="520" y="424"/>
                  </a:cubicBezTo>
                  <a:cubicBezTo>
                    <a:pt x="624" y="347"/>
                    <a:pt x="508" y="235"/>
                    <a:pt x="508" y="158"/>
                  </a:cubicBezTo>
                  <a:cubicBezTo>
                    <a:pt x="508" y="66"/>
                    <a:pt x="438" y="0"/>
                    <a:pt x="281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8" name=""/>
            <p:cNvSpPr/>
            <p:nvPr/>
          </p:nvSpPr>
          <p:spPr>
            <a:xfrm>
              <a:off x="1364400" y="4932000"/>
              <a:ext cx="176400" cy="146520"/>
            </a:xfrm>
            <a:custGeom>
              <a:avLst/>
              <a:gdLst>
                <a:gd name="textAreaLeft" fmla="*/ 0 w 176400"/>
                <a:gd name="textAreaRight" fmla="*/ 177120 w 176400"/>
                <a:gd name="textAreaTop" fmla="*/ 0 h 146520"/>
                <a:gd name="textAreaBottom" fmla="*/ 147240 h 146520"/>
              </a:gdLst>
              <a:ahLst/>
              <a:cxnLst/>
              <a:rect l="textAreaLeft" t="textAreaTop" r="textAreaRight" b="textAreaBottom"/>
              <a:pathLst>
                <a:path w="492" h="409">
                  <a:moveTo>
                    <a:pt x="224" y="13"/>
                  </a:moveTo>
                  <a:cubicBezTo>
                    <a:pt x="238" y="-4"/>
                    <a:pt x="251" y="-4"/>
                    <a:pt x="264" y="13"/>
                  </a:cubicBezTo>
                  <a:cubicBezTo>
                    <a:pt x="297" y="55"/>
                    <a:pt x="347" y="144"/>
                    <a:pt x="351" y="218"/>
                  </a:cubicBezTo>
                  <a:cubicBezTo>
                    <a:pt x="409" y="210"/>
                    <a:pt x="475" y="213"/>
                    <a:pt x="489" y="244"/>
                  </a:cubicBezTo>
                  <a:cubicBezTo>
                    <a:pt x="515" y="305"/>
                    <a:pt x="392" y="409"/>
                    <a:pt x="246" y="409"/>
                  </a:cubicBezTo>
                  <a:cubicBezTo>
                    <a:pt x="98" y="409"/>
                    <a:pt x="-22" y="305"/>
                    <a:pt x="4" y="244"/>
                  </a:cubicBezTo>
                  <a:cubicBezTo>
                    <a:pt x="15" y="213"/>
                    <a:pt x="81" y="210"/>
                    <a:pt x="138" y="218"/>
                  </a:cubicBezTo>
                  <a:cubicBezTo>
                    <a:pt x="141" y="144"/>
                    <a:pt x="192" y="55"/>
                    <a:pt x="224" y="1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1410840" y="5037120"/>
              <a:ext cx="83160" cy="29520"/>
            </a:xfrm>
            <a:custGeom>
              <a:avLst/>
              <a:gdLst>
                <a:gd name="textAreaLeft" fmla="*/ 0 w 83160"/>
                <a:gd name="textAreaRight" fmla="*/ 83880 w 83160"/>
                <a:gd name="textAreaTop" fmla="*/ 0 h 29520"/>
                <a:gd name="textAreaBottom" fmla="*/ 30240 h 29520"/>
              </a:gdLst>
              <a:ahLst/>
              <a:cxnLst/>
              <a:rect l="textAreaLeft" t="textAreaTop" r="textAreaRight" b="textAreaBottom"/>
              <a:pathLst>
                <a:path w="233" h="84">
                  <a:moveTo>
                    <a:pt x="47" y="30"/>
                  </a:moveTo>
                  <a:cubicBezTo>
                    <a:pt x="64" y="31"/>
                    <a:pt x="83" y="27"/>
                    <a:pt x="96" y="18"/>
                  </a:cubicBezTo>
                  <a:cubicBezTo>
                    <a:pt x="104" y="13"/>
                    <a:pt x="110" y="7"/>
                    <a:pt x="116" y="0"/>
                  </a:cubicBezTo>
                  <a:cubicBezTo>
                    <a:pt x="121" y="7"/>
                    <a:pt x="129" y="13"/>
                    <a:pt x="136" y="18"/>
                  </a:cubicBezTo>
                  <a:cubicBezTo>
                    <a:pt x="152" y="27"/>
                    <a:pt x="169" y="32"/>
                    <a:pt x="186" y="30"/>
                  </a:cubicBezTo>
                  <a:cubicBezTo>
                    <a:pt x="203" y="30"/>
                    <a:pt x="219" y="24"/>
                    <a:pt x="232" y="13"/>
                  </a:cubicBezTo>
                  <a:cubicBezTo>
                    <a:pt x="239" y="7"/>
                    <a:pt x="199" y="84"/>
                    <a:pt x="116" y="84"/>
                  </a:cubicBezTo>
                  <a:cubicBezTo>
                    <a:pt x="33" y="84"/>
                    <a:pt x="-7" y="7"/>
                    <a:pt x="1" y="13"/>
                  </a:cubicBezTo>
                  <a:cubicBezTo>
                    <a:pt x="13" y="23"/>
                    <a:pt x="30" y="28"/>
                    <a:pt x="47" y="3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1381320" y="4953600"/>
              <a:ext cx="48240" cy="57600"/>
            </a:xfrm>
            <a:custGeom>
              <a:avLst/>
              <a:gdLst>
                <a:gd name="textAreaLeft" fmla="*/ 0 w 48240"/>
                <a:gd name="textAreaRight" fmla="*/ 48960 w 48240"/>
                <a:gd name="textAreaTop" fmla="*/ 0 h 57600"/>
                <a:gd name="textAreaBottom" fmla="*/ 58320 h 57600"/>
              </a:gdLst>
              <a:ahLst/>
              <a:cxnLst/>
              <a:rect l="textAreaLeft" t="textAreaTop" r="textAreaRight" b="textAreaBottom"/>
              <a:pathLst>
                <a:path w="136" h="162">
                  <a:moveTo>
                    <a:pt x="89" y="5"/>
                  </a:moveTo>
                  <a:cubicBezTo>
                    <a:pt x="43" y="-14"/>
                    <a:pt x="12" y="31"/>
                    <a:pt x="5" y="56"/>
                  </a:cubicBezTo>
                  <a:cubicBezTo>
                    <a:pt x="-8" y="92"/>
                    <a:pt x="8" y="133"/>
                    <a:pt x="12" y="142"/>
                  </a:cubicBezTo>
                  <a:cubicBezTo>
                    <a:pt x="15" y="149"/>
                    <a:pt x="49" y="178"/>
                    <a:pt x="125" y="150"/>
                  </a:cubicBezTo>
                  <a:cubicBezTo>
                    <a:pt x="123" y="150"/>
                    <a:pt x="143" y="109"/>
                    <a:pt x="134" y="70"/>
                  </a:cubicBezTo>
                  <a:cubicBezTo>
                    <a:pt x="119" y="49"/>
                    <a:pt x="129" y="20"/>
                    <a:pt x="89" y="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1" name=""/>
            <p:cNvSpPr/>
            <p:nvPr/>
          </p:nvSpPr>
          <p:spPr>
            <a:xfrm>
              <a:off x="1378080" y="4950720"/>
              <a:ext cx="50760" cy="61920"/>
            </a:xfrm>
            <a:custGeom>
              <a:avLst/>
              <a:gdLst>
                <a:gd name="textAreaLeft" fmla="*/ 0 w 50760"/>
                <a:gd name="textAreaRight" fmla="*/ 51480 w 50760"/>
                <a:gd name="textAreaTop" fmla="*/ 0 h 61920"/>
                <a:gd name="textAreaBottom" fmla="*/ 62640 h 61920"/>
              </a:gdLst>
              <a:ahLst/>
              <a:cxnLst/>
              <a:rect l="textAreaLeft" t="textAreaTop" r="textAreaRight" b="textAreaBottom"/>
              <a:pathLst>
                <a:path w="143" h="174">
                  <a:moveTo>
                    <a:pt x="126" y="28"/>
                  </a:moveTo>
                  <a:cubicBezTo>
                    <a:pt x="120" y="21"/>
                    <a:pt x="114" y="14"/>
                    <a:pt x="106" y="10"/>
                  </a:cubicBezTo>
                  <a:cubicBezTo>
                    <a:pt x="103" y="7"/>
                    <a:pt x="98" y="5"/>
                    <a:pt x="94" y="4"/>
                  </a:cubicBezTo>
                  <a:cubicBezTo>
                    <a:pt x="89" y="2"/>
                    <a:pt x="84" y="1"/>
                    <a:pt x="80" y="1"/>
                  </a:cubicBezTo>
                  <a:cubicBezTo>
                    <a:pt x="61" y="-2"/>
                    <a:pt x="43" y="7"/>
                    <a:pt x="30" y="19"/>
                  </a:cubicBezTo>
                  <a:cubicBezTo>
                    <a:pt x="18" y="31"/>
                    <a:pt x="7" y="48"/>
                    <a:pt x="3" y="67"/>
                  </a:cubicBezTo>
                  <a:cubicBezTo>
                    <a:pt x="-2" y="85"/>
                    <a:pt x="0" y="104"/>
                    <a:pt x="4" y="123"/>
                  </a:cubicBezTo>
                  <a:cubicBezTo>
                    <a:pt x="6" y="132"/>
                    <a:pt x="9" y="141"/>
                    <a:pt x="14" y="149"/>
                  </a:cubicBezTo>
                  <a:cubicBezTo>
                    <a:pt x="14" y="150"/>
                    <a:pt x="14" y="151"/>
                    <a:pt x="15" y="152"/>
                  </a:cubicBezTo>
                  <a:cubicBezTo>
                    <a:pt x="15" y="154"/>
                    <a:pt x="15" y="156"/>
                    <a:pt x="15" y="157"/>
                  </a:cubicBezTo>
                  <a:cubicBezTo>
                    <a:pt x="15" y="158"/>
                    <a:pt x="16" y="158"/>
                    <a:pt x="17" y="158"/>
                  </a:cubicBezTo>
                  <a:cubicBezTo>
                    <a:pt x="18" y="160"/>
                    <a:pt x="20" y="161"/>
                    <a:pt x="23" y="163"/>
                  </a:cubicBezTo>
                  <a:cubicBezTo>
                    <a:pt x="27" y="166"/>
                    <a:pt x="30" y="167"/>
                    <a:pt x="35" y="169"/>
                  </a:cubicBezTo>
                  <a:cubicBezTo>
                    <a:pt x="52" y="175"/>
                    <a:pt x="69" y="175"/>
                    <a:pt x="86" y="173"/>
                  </a:cubicBezTo>
                  <a:cubicBezTo>
                    <a:pt x="103" y="170"/>
                    <a:pt x="118" y="166"/>
                    <a:pt x="134" y="158"/>
                  </a:cubicBezTo>
                  <a:cubicBezTo>
                    <a:pt x="118" y="161"/>
                    <a:pt x="101" y="166"/>
                    <a:pt x="86" y="166"/>
                  </a:cubicBezTo>
                  <a:cubicBezTo>
                    <a:pt x="70" y="166"/>
                    <a:pt x="54" y="164"/>
                    <a:pt x="40" y="158"/>
                  </a:cubicBezTo>
                  <a:cubicBezTo>
                    <a:pt x="37" y="157"/>
                    <a:pt x="34" y="155"/>
                    <a:pt x="30" y="152"/>
                  </a:cubicBezTo>
                  <a:cubicBezTo>
                    <a:pt x="29" y="150"/>
                    <a:pt x="27" y="150"/>
                    <a:pt x="27" y="149"/>
                  </a:cubicBezTo>
                  <a:cubicBezTo>
                    <a:pt x="26" y="148"/>
                    <a:pt x="26" y="147"/>
                    <a:pt x="26" y="146"/>
                  </a:cubicBezTo>
                  <a:cubicBezTo>
                    <a:pt x="23" y="138"/>
                    <a:pt x="21" y="130"/>
                    <a:pt x="18" y="123"/>
                  </a:cubicBezTo>
                  <a:cubicBezTo>
                    <a:pt x="15" y="106"/>
                    <a:pt x="14" y="89"/>
                    <a:pt x="18" y="74"/>
                  </a:cubicBezTo>
                  <a:cubicBezTo>
                    <a:pt x="21" y="59"/>
                    <a:pt x="30" y="45"/>
                    <a:pt x="41" y="34"/>
                  </a:cubicBezTo>
                  <a:cubicBezTo>
                    <a:pt x="52" y="24"/>
                    <a:pt x="66" y="16"/>
                    <a:pt x="80" y="18"/>
                  </a:cubicBezTo>
                  <a:cubicBezTo>
                    <a:pt x="83" y="18"/>
                    <a:pt x="86" y="17"/>
                    <a:pt x="90" y="19"/>
                  </a:cubicBezTo>
                  <a:cubicBezTo>
                    <a:pt x="93" y="20"/>
                    <a:pt x="98" y="21"/>
                    <a:pt x="101" y="22"/>
                  </a:cubicBezTo>
                  <a:cubicBezTo>
                    <a:pt x="109" y="25"/>
                    <a:pt x="115" y="30"/>
                    <a:pt x="120" y="36"/>
                  </a:cubicBezTo>
                  <a:cubicBezTo>
                    <a:pt x="130" y="45"/>
                    <a:pt x="138" y="61"/>
                    <a:pt x="143" y="79"/>
                  </a:cubicBezTo>
                  <a:cubicBezTo>
                    <a:pt x="143" y="61"/>
                    <a:pt x="137" y="44"/>
                    <a:pt x="126" y="2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1393920" y="4967640"/>
              <a:ext cx="28080" cy="34560"/>
            </a:xfrm>
            <a:custGeom>
              <a:avLst/>
              <a:gdLst>
                <a:gd name="textAreaLeft" fmla="*/ 0 w 28080"/>
                <a:gd name="textAreaRight" fmla="*/ 28800 w 28080"/>
                <a:gd name="textAreaTop" fmla="*/ 0 h 34560"/>
                <a:gd name="textAreaBottom" fmla="*/ 35280 h 34560"/>
              </a:gdLst>
              <a:ahLst/>
              <a:cxnLst/>
              <a:rect l="textAreaLeft" t="textAreaTop" r="textAreaRight" b="textAreaBottom"/>
              <a:pathLst>
                <a:path w="80" h="98">
                  <a:moveTo>
                    <a:pt x="0" y="49"/>
                  </a:moveTo>
                  <a:cubicBezTo>
                    <a:pt x="0" y="58"/>
                    <a:pt x="2" y="66"/>
                    <a:pt x="6" y="74"/>
                  </a:cubicBezTo>
                  <a:cubicBezTo>
                    <a:pt x="9" y="81"/>
                    <a:pt x="14" y="87"/>
                    <a:pt x="20" y="92"/>
                  </a:cubicBezTo>
                  <a:cubicBezTo>
                    <a:pt x="26" y="96"/>
                    <a:pt x="33" y="98"/>
                    <a:pt x="40" y="98"/>
                  </a:cubicBezTo>
                  <a:cubicBezTo>
                    <a:pt x="47" y="98"/>
                    <a:pt x="54" y="96"/>
                    <a:pt x="60" y="92"/>
                  </a:cubicBezTo>
                  <a:cubicBezTo>
                    <a:pt x="66" y="87"/>
                    <a:pt x="71" y="81"/>
                    <a:pt x="75" y="74"/>
                  </a:cubicBezTo>
                  <a:cubicBezTo>
                    <a:pt x="78" y="66"/>
                    <a:pt x="80" y="58"/>
                    <a:pt x="80" y="49"/>
                  </a:cubicBezTo>
                  <a:cubicBezTo>
                    <a:pt x="80" y="40"/>
                    <a:pt x="78" y="32"/>
                    <a:pt x="75" y="24"/>
                  </a:cubicBezTo>
                  <a:cubicBezTo>
                    <a:pt x="71" y="17"/>
                    <a:pt x="66" y="10"/>
                    <a:pt x="60" y="6"/>
                  </a:cubicBezTo>
                  <a:cubicBezTo>
                    <a:pt x="54" y="1"/>
                    <a:pt x="47" y="0"/>
                    <a:pt x="40" y="0"/>
                  </a:cubicBezTo>
                  <a:cubicBezTo>
                    <a:pt x="33" y="0"/>
                    <a:pt x="26" y="1"/>
                    <a:pt x="20" y="6"/>
                  </a:cubicBezTo>
                  <a:cubicBezTo>
                    <a:pt x="14" y="10"/>
                    <a:pt x="9" y="17"/>
                    <a:pt x="6" y="24"/>
                  </a:cubicBezTo>
                  <a:cubicBezTo>
                    <a:pt x="2" y="32"/>
                    <a:pt x="0" y="40"/>
                    <a:pt x="0" y="4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3" name=""/>
            <p:cNvSpPr/>
            <p:nvPr/>
          </p:nvSpPr>
          <p:spPr>
            <a:xfrm>
              <a:off x="1474920" y="4953600"/>
              <a:ext cx="48240" cy="57600"/>
            </a:xfrm>
            <a:custGeom>
              <a:avLst/>
              <a:gdLst>
                <a:gd name="textAreaLeft" fmla="*/ 0 w 48240"/>
                <a:gd name="textAreaRight" fmla="*/ 48960 w 48240"/>
                <a:gd name="textAreaTop" fmla="*/ 0 h 57600"/>
                <a:gd name="textAreaBottom" fmla="*/ 58320 h 57600"/>
              </a:gdLst>
              <a:ahLst/>
              <a:cxnLst/>
              <a:rect l="textAreaLeft" t="textAreaTop" r="textAreaRight" b="textAreaBottom"/>
              <a:pathLst>
                <a:path w="136" h="162">
                  <a:moveTo>
                    <a:pt x="47" y="5"/>
                  </a:moveTo>
                  <a:cubicBezTo>
                    <a:pt x="93" y="-14"/>
                    <a:pt x="124" y="31"/>
                    <a:pt x="131" y="56"/>
                  </a:cubicBezTo>
                  <a:cubicBezTo>
                    <a:pt x="144" y="92"/>
                    <a:pt x="128" y="134"/>
                    <a:pt x="124" y="142"/>
                  </a:cubicBezTo>
                  <a:cubicBezTo>
                    <a:pt x="120" y="150"/>
                    <a:pt x="87" y="178"/>
                    <a:pt x="11" y="150"/>
                  </a:cubicBezTo>
                  <a:cubicBezTo>
                    <a:pt x="13" y="150"/>
                    <a:pt x="-6" y="109"/>
                    <a:pt x="2" y="70"/>
                  </a:cubicBezTo>
                  <a:cubicBezTo>
                    <a:pt x="17" y="49"/>
                    <a:pt x="7" y="20"/>
                    <a:pt x="47" y="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1475640" y="4951080"/>
              <a:ext cx="51120" cy="61200"/>
            </a:xfrm>
            <a:custGeom>
              <a:avLst/>
              <a:gdLst>
                <a:gd name="textAreaLeft" fmla="*/ 0 w 51120"/>
                <a:gd name="textAreaRight" fmla="*/ 51840 w 51120"/>
                <a:gd name="textAreaTop" fmla="*/ 0 h 61200"/>
                <a:gd name="textAreaBottom" fmla="*/ 61920 h 61200"/>
              </a:gdLst>
              <a:ahLst/>
              <a:cxnLst/>
              <a:rect l="textAreaLeft" t="textAreaTop" r="textAreaRight" b="textAreaBottom"/>
              <a:pathLst>
                <a:path w="144" h="172">
                  <a:moveTo>
                    <a:pt x="23" y="33"/>
                  </a:moveTo>
                  <a:cubicBezTo>
                    <a:pt x="29" y="27"/>
                    <a:pt x="35" y="23"/>
                    <a:pt x="42" y="20"/>
                  </a:cubicBezTo>
                  <a:cubicBezTo>
                    <a:pt x="45" y="18"/>
                    <a:pt x="49" y="17"/>
                    <a:pt x="52" y="17"/>
                  </a:cubicBezTo>
                  <a:cubicBezTo>
                    <a:pt x="55" y="15"/>
                    <a:pt x="60" y="15"/>
                    <a:pt x="63" y="15"/>
                  </a:cubicBezTo>
                  <a:cubicBezTo>
                    <a:pt x="77" y="15"/>
                    <a:pt x="92" y="21"/>
                    <a:pt x="102" y="32"/>
                  </a:cubicBezTo>
                  <a:cubicBezTo>
                    <a:pt x="112" y="43"/>
                    <a:pt x="122" y="58"/>
                    <a:pt x="125" y="72"/>
                  </a:cubicBezTo>
                  <a:cubicBezTo>
                    <a:pt x="128" y="86"/>
                    <a:pt x="128" y="103"/>
                    <a:pt x="125" y="120"/>
                  </a:cubicBezTo>
                  <a:cubicBezTo>
                    <a:pt x="123" y="128"/>
                    <a:pt x="120" y="137"/>
                    <a:pt x="117" y="143"/>
                  </a:cubicBezTo>
                  <a:cubicBezTo>
                    <a:pt x="116" y="144"/>
                    <a:pt x="116" y="145"/>
                    <a:pt x="115" y="146"/>
                  </a:cubicBezTo>
                  <a:cubicBezTo>
                    <a:pt x="114" y="148"/>
                    <a:pt x="112" y="148"/>
                    <a:pt x="112" y="149"/>
                  </a:cubicBezTo>
                  <a:cubicBezTo>
                    <a:pt x="109" y="151"/>
                    <a:pt x="106" y="154"/>
                    <a:pt x="103" y="156"/>
                  </a:cubicBezTo>
                  <a:cubicBezTo>
                    <a:pt x="89" y="162"/>
                    <a:pt x="74" y="165"/>
                    <a:pt x="57" y="163"/>
                  </a:cubicBezTo>
                  <a:cubicBezTo>
                    <a:pt x="42" y="163"/>
                    <a:pt x="25" y="160"/>
                    <a:pt x="9" y="156"/>
                  </a:cubicBezTo>
                  <a:cubicBezTo>
                    <a:pt x="25" y="163"/>
                    <a:pt x="40" y="168"/>
                    <a:pt x="57" y="171"/>
                  </a:cubicBezTo>
                  <a:cubicBezTo>
                    <a:pt x="74" y="174"/>
                    <a:pt x="91" y="172"/>
                    <a:pt x="108" y="166"/>
                  </a:cubicBezTo>
                  <a:cubicBezTo>
                    <a:pt x="112" y="165"/>
                    <a:pt x="115" y="163"/>
                    <a:pt x="120" y="160"/>
                  </a:cubicBezTo>
                  <a:cubicBezTo>
                    <a:pt x="122" y="159"/>
                    <a:pt x="125" y="157"/>
                    <a:pt x="126" y="156"/>
                  </a:cubicBezTo>
                  <a:cubicBezTo>
                    <a:pt x="127" y="156"/>
                    <a:pt x="127" y="155"/>
                    <a:pt x="128" y="154"/>
                  </a:cubicBezTo>
                  <a:cubicBezTo>
                    <a:pt x="128" y="154"/>
                    <a:pt x="129" y="153"/>
                    <a:pt x="129" y="152"/>
                  </a:cubicBezTo>
                  <a:lnTo>
                    <a:pt x="129" y="151"/>
                  </a:lnTo>
                  <a:cubicBezTo>
                    <a:pt x="130" y="151"/>
                    <a:pt x="130" y="150"/>
                    <a:pt x="131" y="149"/>
                  </a:cubicBezTo>
                  <a:cubicBezTo>
                    <a:pt x="134" y="140"/>
                    <a:pt x="137" y="132"/>
                    <a:pt x="140" y="123"/>
                  </a:cubicBezTo>
                  <a:cubicBezTo>
                    <a:pt x="145" y="105"/>
                    <a:pt x="145" y="86"/>
                    <a:pt x="142" y="67"/>
                  </a:cubicBezTo>
                  <a:cubicBezTo>
                    <a:pt x="137" y="49"/>
                    <a:pt x="126" y="32"/>
                    <a:pt x="114" y="20"/>
                  </a:cubicBezTo>
                  <a:cubicBezTo>
                    <a:pt x="100" y="7"/>
                    <a:pt x="83" y="-2"/>
                    <a:pt x="65" y="1"/>
                  </a:cubicBezTo>
                  <a:cubicBezTo>
                    <a:pt x="60" y="1"/>
                    <a:pt x="55" y="3"/>
                    <a:pt x="51" y="4"/>
                  </a:cubicBezTo>
                  <a:cubicBezTo>
                    <a:pt x="46" y="6"/>
                    <a:pt x="43" y="7"/>
                    <a:pt x="38" y="10"/>
                  </a:cubicBezTo>
                  <a:cubicBezTo>
                    <a:pt x="31" y="15"/>
                    <a:pt x="25" y="21"/>
                    <a:pt x="18" y="29"/>
                  </a:cubicBezTo>
                  <a:cubicBezTo>
                    <a:pt x="8" y="41"/>
                    <a:pt x="2" y="60"/>
                    <a:pt x="0" y="78"/>
                  </a:cubicBezTo>
                  <a:cubicBezTo>
                    <a:pt x="5" y="61"/>
                    <a:pt x="11" y="44"/>
                    <a:pt x="23" y="3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1482840" y="4967640"/>
              <a:ext cx="28080" cy="34560"/>
            </a:xfrm>
            <a:custGeom>
              <a:avLst/>
              <a:gdLst>
                <a:gd name="textAreaLeft" fmla="*/ 0 w 28080"/>
                <a:gd name="textAreaRight" fmla="*/ 28800 w 28080"/>
                <a:gd name="textAreaTop" fmla="*/ 0 h 34560"/>
                <a:gd name="textAreaBottom" fmla="*/ 35280 h 34560"/>
              </a:gdLst>
              <a:ahLst/>
              <a:cxnLst/>
              <a:rect l="textAreaLeft" t="textAreaTop" r="textAreaRight" b="textAreaBottom"/>
              <a:pathLst>
                <a:path w="80" h="98">
                  <a:moveTo>
                    <a:pt x="0" y="49"/>
                  </a:moveTo>
                  <a:cubicBezTo>
                    <a:pt x="0" y="58"/>
                    <a:pt x="1" y="66"/>
                    <a:pt x="5" y="74"/>
                  </a:cubicBezTo>
                  <a:cubicBezTo>
                    <a:pt x="9" y="81"/>
                    <a:pt x="14" y="87"/>
                    <a:pt x="20" y="92"/>
                  </a:cubicBezTo>
                  <a:cubicBezTo>
                    <a:pt x="26" y="96"/>
                    <a:pt x="33" y="98"/>
                    <a:pt x="40" y="98"/>
                  </a:cubicBezTo>
                  <a:cubicBezTo>
                    <a:pt x="47" y="98"/>
                    <a:pt x="54" y="96"/>
                    <a:pt x="60" y="92"/>
                  </a:cubicBezTo>
                  <a:cubicBezTo>
                    <a:pt x="66" y="87"/>
                    <a:pt x="71" y="81"/>
                    <a:pt x="75" y="74"/>
                  </a:cubicBezTo>
                  <a:cubicBezTo>
                    <a:pt x="78" y="66"/>
                    <a:pt x="80" y="58"/>
                    <a:pt x="80" y="49"/>
                  </a:cubicBezTo>
                  <a:cubicBezTo>
                    <a:pt x="80" y="40"/>
                    <a:pt x="78" y="32"/>
                    <a:pt x="75" y="24"/>
                  </a:cubicBezTo>
                  <a:cubicBezTo>
                    <a:pt x="71" y="17"/>
                    <a:pt x="66" y="10"/>
                    <a:pt x="60" y="6"/>
                  </a:cubicBezTo>
                  <a:cubicBezTo>
                    <a:pt x="54" y="1"/>
                    <a:pt x="47" y="0"/>
                    <a:pt x="40" y="0"/>
                  </a:cubicBezTo>
                  <a:cubicBezTo>
                    <a:pt x="33" y="0"/>
                    <a:pt x="26" y="1"/>
                    <a:pt x="20" y="6"/>
                  </a:cubicBezTo>
                  <a:cubicBezTo>
                    <a:pt x="14" y="10"/>
                    <a:pt x="9" y="17"/>
                    <a:pt x="5" y="24"/>
                  </a:cubicBezTo>
                  <a:cubicBezTo>
                    <a:pt x="2" y="32"/>
                    <a:pt x="0" y="40"/>
                    <a:pt x="0" y="4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6" name=""/>
            <p:cNvSpPr/>
            <p:nvPr/>
          </p:nvSpPr>
          <p:spPr>
            <a:xfrm>
              <a:off x="1438200" y="5029920"/>
              <a:ext cx="28800" cy="23400"/>
            </a:xfrm>
            <a:custGeom>
              <a:avLst/>
              <a:gdLst>
                <a:gd name="textAreaLeft" fmla="*/ 0 w 28800"/>
                <a:gd name="textAreaRight" fmla="*/ 29520 w 28800"/>
                <a:gd name="textAreaTop" fmla="*/ 0 h 23400"/>
                <a:gd name="textAreaBottom" fmla="*/ 24120 h 23400"/>
              </a:gdLst>
              <a:ahLst/>
              <a:cxnLst/>
              <a:rect l="textAreaLeft" t="textAreaTop" r="textAreaRight" b="textAreaBottom"/>
              <a:pathLst>
                <a:path w="82" h="67">
                  <a:moveTo>
                    <a:pt x="82" y="0"/>
                  </a:moveTo>
                  <a:cubicBezTo>
                    <a:pt x="55" y="0"/>
                    <a:pt x="27" y="0"/>
                    <a:pt x="0" y="0"/>
                  </a:cubicBezTo>
                  <a:cubicBezTo>
                    <a:pt x="0" y="22"/>
                    <a:pt x="0" y="45"/>
                    <a:pt x="0" y="67"/>
                  </a:cubicBezTo>
                  <a:cubicBezTo>
                    <a:pt x="27" y="67"/>
                    <a:pt x="55" y="67"/>
                    <a:pt x="82" y="67"/>
                  </a:cubicBezTo>
                  <a:cubicBezTo>
                    <a:pt x="82" y="45"/>
                    <a:pt x="82" y="22"/>
                    <a:pt x="82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7" name=""/>
            <p:cNvSpPr/>
            <p:nvPr/>
          </p:nvSpPr>
          <p:spPr>
            <a:xfrm>
              <a:off x="1397880" y="5009400"/>
              <a:ext cx="110160" cy="38520"/>
            </a:xfrm>
            <a:custGeom>
              <a:avLst/>
              <a:gdLst>
                <a:gd name="textAreaLeft" fmla="*/ 0 w 110160"/>
                <a:gd name="textAreaRight" fmla="*/ 110880 w 110160"/>
                <a:gd name="textAreaTop" fmla="*/ 0 h 38520"/>
                <a:gd name="textAreaBottom" fmla="*/ 39240 h 38520"/>
              </a:gdLst>
              <a:ahLst/>
              <a:cxnLst/>
              <a:rect l="textAreaLeft" t="textAreaTop" r="textAreaRight" b="textAreaBottom"/>
              <a:pathLst>
                <a:path w="308" h="109">
                  <a:moveTo>
                    <a:pt x="75" y="94"/>
                  </a:moveTo>
                  <a:cubicBezTo>
                    <a:pt x="91" y="92"/>
                    <a:pt x="106" y="88"/>
                    <a:pt x="119" y="81"/>
                  </a:cubicBezTo>
                  <a:cubicBezTo>
                    <a:pt x="131" y="73"/>
                    <a:pt x="140" y="63"/>
                    <a:pt x="142" y="52"/>
                  </a:cubicBezTo>
                  <a:cubicBezTo>
                    <a:pt x="145" y="35"/>
                    <a:pt x="149" y="17"/>
                    <a:pt x="152" y="0"/>
                  </a:cubicBezTo>
                  <a:cubicBezTo>
                    <a:pt x="156" y="17"/>
                    <a:pt x="159" y="35"/>
                    <a:pt x="163" y="52"/>
                  </a:cubicBezTo>
                  <a:cubicBezTo>
                    <a:pt x="166" y="64"/>
                    <a:pt x="173" y="73"/>
                    <a:pt x="186" y="81"/>
                  </a:cubicBezTo>
                  <a:cubicBezTo>
                    <a:pt x="198" y="88"/>
                    <a:pt x="214" y="94"/>
                    <a:pt x="229" y="94"/>
                  </a:cubicBezTo>
                  <a:cubicBezTo>
                    <a:pt x="246" y="94"/>
                    <a:pt x="262" y="92"/>
                    <a:pt x="275" y="84"/>
                  </a:cubicBezTo>
                  <a:cubicBezTo>
                    <a:pt x="289" y="78"/>
                    <a:pt x="302" y="67"/>
                    <a:pt x="308" y="54"/>
                  </a:cubicBezTo>
                  <a:cubicBezTo>
                    <a:pt x="306" y="69"/>
                    <a:pt x="297" y="83"/>
                    <a:pt x="283" y="92"/>
                  </a:cubicBezTo>
                  <a:cubicBezTo>
                    <a:pt x="269" y="101"/>
                    <a:pt x="249" y="107"/>
                    <a:pt x="231" y="109"/>
                  </a:cubicBezTo>
                  <a:cubicBezTo>
                    <a:pt x="211" y="110"/>
                    <a:pt x="192" y="106"/>
                    <a:pt x="175" y="97"/>
                  </a:cubicBezTo>
                  <a:cubicBezTo>
                    <a:pt x="166" y="92"/>
                    <a:pt x="160" y="86"/>
                    <a:pt x="154" y="78"/>
                  </a:cubicBezTo>
                  <a:cubicBezTo>
                    <a:pt x="148" y="86"/>
                    <a:pt x="140" y="92"/>
                    <a:pt x="132" y="97"/>
                  </a:cubicBezTo>
                  <a:cubicBezTo>
                    <a:pt x="115" y="106"/>
                    <a:pt x="95" y="110"/>
                    <a:pt x="77" y="109"/>
                  </a:cubicBezTo>
                  <a:cubicBezTo>
                    <a:pt x="59" y="109"/>
                    <a:pt x="39" y="103"/>
                    <a:pt x="25" y="92"/>
                  </a:cubicBezTo>
                  <a:cubicBezTo>
                    <a:pt x="11" y="83"/>
                    <a:pt x="0" y="67"/>
                    <a:pt x="0" y="54"/>
                  </a:cubicBezTo>
                  <a:cubicBezTo>
                    <a:pt x="3" y="66"/>
                    <a:pt x="15" y="77"/>
                    <a:pt x="29" y="84"/>
                  </a:cubicBezTo>
                  <a:cubicBezTo>
                    <a:pt x="43" y="90"/>
                    <a:pt x="60" y="94"/>
                    <a:pt x="75" y="9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8" name=""/>
            <p:cNvSpPr/>
            <p:nvPr/>
          </p:nvSpPr>
          <p:spPr>
            <a:xfrm>
              <a:off x="1432080" y="5002200"/>
              <a:ext cx="41400" cy="19080"/>
            </a:xfrm>
            <a:custGeom>
              <a:avLst/>
              <a:gdLst>
                <a:gd name="textAreaLeft" fmla="*/ 0 w 41400"/>
                <a:gd name="textAreaRight" fmla="*/ 42120 w 41400"/>
                <a:gd name="textAreaTop" fmla="*/ 0 h 19080"/>
                <a:gd name="textAreaBottom" fmla="*/ 19800 h 19080"/>
              </a:gdLst>
              <a:ahLst/>
              <a:cxnLst/>
              <a:rect l="textAreaLeft" t="textAreaTop" r="textAreaRight" b="textAreaBottom"/>
              <a:pathLst>
                <a:path w="117" h="55">
                  <a:moveTo>
                    <a:pt x="59" y="0"/>
                  </a:moveTo>
                  <a:cubicBezTo>
                    <a:pt x="70" y="0"/>
                    <a:pt x="102" y="0"/>
                    <a:pt x="114" y="9"/>
                  </a:cubicBezTo>
                  <a:cubicBezTo>
                    <a:pt x="122" y="15"/>
                    <a:pt x="116" y="30"/>
                    <a:pt x="96" y="44"/>
                  </a:cubicBezTo>
                  <a:cubicBezTo>
                    <a:pt x="82" y="54"/>
                    <a:pt x="70" y="55"/>
                    <a:pt x="60" y="55"/>
                  </a:cubicBezTo>
                  <a:cubicBezTo>
                    <a:pt x="50" y="55"/>
                    <a:pt x="37" y="52"/>
                    <a:pt x="25" y="44"/>
                  </a:cubicBezTo>
                  <a:cubicBezTo>
                    <a:pt x="0" y="30"/>
                    <a:pt x="-4" y="15"/>
                    <a:pt x="4" y="9"/>
                  </a:cubicBezTo>
                  <a:cubicBezTo>
                    <a:pt x="14" y="0"/>
                    <a:pt x="48" y="0"/>
                    <a:pt x="59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49" name=""/>
          <p:cNvGrpSpPr/>
          <p:nvPr/>
        </p:nvGrpSpPr>
        <p:grpSpPr>
          <a:xfrm>
            <a:off x="6320880" y="4745880"/>
            <a:ext cx="496800" cy="396720"/>
            <a:chOff x="6320880" y="4745880"/>
            <a:chExt cx="496800" cy="396720"/>
          </a:xfrm>
        </p:grpSpPr>
        <p:sp>
          <p:nvSpPr>
            <p:cNvPr id="50" name=""/>
            <p:cNvSpPr/>
            <p:nvPr/>
          </p:nvSpPr>
          <p:spPr>
            <a:xfrm>
              <a:off x="6666840" y="4873680"/>
              <a:ext cx="150840" cy="228240"/>
            </a:xfrm>
            <a:custGeom>
              <a:avLst/>
              <a:gdLst>
                <a:gd name="textAreaLeft" fmla="*/ 0 w 150840"/>
                <a:gd name="textAreaRight" fmla="*/ 151560 w 150840"/>
                <a:gd name="textAreaTop" fmla="*/ 0 h 228240"/>
                <a:gd name="textAreaBottom" fmla="*/ 228960 h 228240"/>
              </a:gdLst>
              <a:ahLst/>
              <a:cxnLst/>
              <a:rect l="textAreaLeft" t="textAreaTop" r="textAreaRight" b="textAreaBottom"/>
              <a:pathLst>
                <a:path w="421" h="636">
                  <a:moveTo>
                    <a:pt x="240" y="544"/>
                  </a:moveTo>
                  <a:cubicBezTo>
                    <a:pt x="360" y="440"/>
                    <a:pt x="432" y="313"/>
                    <a:pt x="420" y="143"/>
                  </a:cubicBezTo>
                  <a:cubicBezTo>
                    <a:pt x="415" y="76"/>
                    <a:pt x="390" y="32"/>
                    <a:pt x="360" y="5"/>
                  </a:cubicBezTo>
                  <a:cubicBezTo>
                    <a:pt x="337" y="-16"/>
                    <a:pt x="196" y="32"/>
                    <a:pt x="196" y="185"/>
                  </a:cubicBezTo>
                  <a:cubicBezTo>
                    <a:pt x="198" y="474"/>
                    <a:pt x="65" y="484"/>
                    <a:pt x="0" y="634"/>
                  </a:cubicBezTo>
                  <a:cubicBezTo>
                    <a:pt x="69" y="645"/>
                    <a:pt x="152" y="622"/>
                    <a:pt x="240" y="54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6652800" y="4866840"/>
              <a:ext cx="142920" cy="233280"/>
            </a:xfrm>
            <a:custGeom>
              <a:avLst/>
              <a:gdLst>
                <a:gd name="textAreaLeft" fmla="*/ 0 w 142920"/>
                <a:gd name="textAreaRight" fmla="*/ 143640 w 142920"/>
                <a:gd name="textAreaTop" fmla="*/ 0 h 233280"/>
                <a:gd name="textAreaBottom" fmla="*/ 234000 h 233280"/>
              </a:gdLst>
              <a:ahLst/>
              <a:cxnLst/>
              <a:rect l="textAreaLeft" t="textAreaTop" r="textAreaRight" b="textAreaBottom"/>
              <a:pathLst>
                <a:path w="399" h="650">
                  <a:moveTo>
                    <a:pt x="399" y="24"/>
                  </a:moveTo>
                  <a:cubicBezTo>
                    <a:pt x="323" y="-55"/>
                    <a:pt x="187" y="77"/>
                    <a:pt x="187" y="197"/>
                  </a:cubicBezTo>
                  <a:cubicBezTo>
                    <a:pt x="187" y="487"/>
                    <a:pt x="67" y="513"/>
                    <a:pt x="0" y="643"/>
                  </a:cubicBezTo>
                  <a:cubicBezTo>
                    <a:pt x="12" y="646"/>
                    <a:pt x="11" y="650"/>
                    <a:pt x="37" y="650"/>
                  </a:cubicBezTo>
                  <a:cubicBezTo>
                    <a:pt x="122" y="582"/>
                    <a:pt x="249" y="453"/>
                    <a:pt x="249" y="231"/>
                  </a:cubicBezTo>
                  <a:cubicBezTo>
                    <a:pt x="249" y="93"/>
                    <a:pt x="318" y="35"/>
                    <a:pt x="399" y="2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6652800" y="4862520"/>
              <a:ext cx="134640" cy="234360"/>
            </a:xfrm>
            <a:custGeom>
              <a:avLst/>
              <a:gdLst>
                <a:gd name="textAreaLeft" fmla="*/ 0 w 134640"/>
                <a:gd name="textAreaRight" fmla="*/ 135360 w 134640"/>
                <a:gd name="textAreaTop" fmla="*/ 0 h 234360"/>
                <a:gd name="textAreaBottom" fmla="*/ 235080 h 234360"/>
              </a:gdLst>
              <a:ahLst/>
              <a:cxnLst/>
              <a:rect l="textAreaLeft" t="textAreaTop" r="textAreaRight" b="textAreaBottom"/>
              <a:pathLst>
                <a:path w="376" h="653">
                  <a:moveTo>
                    <a:pt x="376" y="17"/>
                  </a:moveTo>
                  <a:cubicBezTo>
                    <a:pt x="288" y="-36"/>
                    <a:pt x="159" y="40"/>
                    <a:pt x="159" y="186"/>
                  </a:cubicBezTo>
                  <a:cubicBezTo>
                    <a:pt x="159" y="423"/>
                    <a:pt x="53" y="414"/>
                    <a:pt x="0" y="529"/>
                  </a:cubicBezTo>
                  <a:cubicBezTo>
                    <a:pt x="0" y="570"/>
                    <a:pt x="0" y="612"/>
                    <a:pt x="0" y="653"/>
                  </a:cubicBezTo>
                  <a:cubicBezTo>
                    <a:pt x="37" y="628"/>
                    <a:pt x="212" y="479"/>
                    <a:pt x="212" y="218"/>
                  </a:cubicBezTo>
                  <a:cubicBezTo>
                    <a:pt x="212" y="79"/>
                    <a:pt x="293" y="19"/>
                    <a:pt x="376" y="1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320880" y="4901040"/>
              <a:ext cx="229320" cy="213480"/>
            </a:xfrm>
            <a:custGeom>
              <a:avLst/>
              <a:gdLst>
                <a:gd name="textAreaLeft" fmla="*/ 0 w 229320"/>
                <a:gd name="textAreaRight" fmla="*/ 230040 w 229320"/>
                <a:gd name="textAreaTop" fmla="*/ 0 h 213480"/>
                <a:gd name="textAreaBottom" fmla="*/ 214200 h 213480"/>
              </a:gdLst>
              <a:ahLst/>
              <a:cxnLst/>
              <a:rect l="textAreaLeft" t="textAreaTop" r="textAreaRight" b="textAreaBottom"/>
              <a:pathLst>
                <a:path w="639" h="595">
                  <a:moveTo>
                    <a:pt x="4" y="88"/>
                  </a:moveTo>
                  <a:cubicBezTo>
                    <a:pt x="-28" y="19"/>
                    <a:pt x="140" y="-18"/>
                    <a:pt x="198" y="9"/>
                  </a:cubicBezTo>
                  <a:cubicBezTo>
                    <a:pt x="198" y="48"/>
                    <a:pt x="198" y="86"/>
                    <a:pt x="198" y="125"/>
                  </a:cubicBezTo>
                  <a:cubicBezTo>
                    <a:pt x="133" y="112"/>
                    <a:pt x="27" y="136"/>
                    <a:pt x="4" y="88"/>
                  </a:cubicBezTo>
                  <a:moveTo>
                    <a:pt x="390" y="571"/>
                  </a:moveTo>
                  <a:cubicBezTo>
                    <a:pt x="390" y="537"/>
                    <a:pt x="503" y="469"/>
                    <a:pt x="639" y="469"/>
                  </a:cubicBezTo>
                  <a:cubicBezTo>
                    <a:pt x="639" y="511"/>
                    <a:pt x="639" y="553"/>
                    <a:pt x="639" y="595"/>
                  </a:cubicBezTo>
                  <a:cubicBezTo>
                    <a:pt x="556" y="587"/>
                    <a:pt x="390" y="606"/>
                    <a:pt x="390" y="57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6404760" y="4830480"/>
              <a:ext cx="266760" cy="312120"/>
            </a:xfrm>
            <a:custGeom>
              <a:avLst/>
              <a:gdLst>
                <a:gd name="textAreaLeft" fmla="*/ 0 w 266760"/>
                <a:gd name="textAreaRight" fmla="*/ 267480 w 266760"/>
                <a:gd name="textAreaTop" fmla="*/ 0 h 312120"/>
                <a:gd name="textAreaBottom" fmla="*/ 312840 h 312120"/>
              </a:gdLst>
              <a:ahLst/>
              <a:cxnLst/>
              <a:rect l="textAreaLeft" t="textAreaTop" r="textAreaRight" b="textAreaBottom"/>
              <a:pathLst>
                <a:path w="743" h="869">
                  <a:moveTo>
                    <a:pt x="714" y="335"/>
                  </a:moveTo>
                  <a:cubicBezTo>
                    <a:pt x="675" y="238"/>
                    <a:pt x="571" y="120"/>
                    <a:pt x="419" y="55"/>
                  </a:cubicBezTo>
                  <a:cubicBezTo>
                    <a:pt x="39" y="-111"/>
                    <a:pt x="-99" y="141"/>
                    <a:pt x="74" y="268"/>
                  </a:cubicBezTo>
                  <a:cubicBezTo>
                    <a:pt x="277" y="418"/>
                    <a:pt x="258" y="657"/>
                    <a:pt x="336" y="756"/>
                  </a:cubicBezTo>
                  <a:cubicBezTo>
                    <a:pt x="254" y="777"/>
                    <a:pt x="194" y="821"/>
                    <a:pt x="194" y="846"/>
                  </a:cubicBezTo>
                  <a:cubicBezTo>
                    <a:pt x="194" y="881"/>
                    <a:pt x="359" y="862"/>
                    <a:pt x="442" y="869"/>
                  </a:cubicBezTo>
                  <a:cubicBezTo>
                    <a:pt x="580" y="869"/>
                    <a:pt x="691" y="841"/>
                    <a:pt x="691" y="807"/>
                  </a:cubicBezTo>
                  <a:cubicBezTo>
                    <a:pt x="693" y="781"/>
                    <a:pt x="689" y="765"/>
                    <a:pt x="682" y="751"/>
                  </a:cubicBezTo>
                  <a:cubicBezTo>
                    <a:pt x="749" y="652"/>
                    <a:pt x="763" y="455"/>
                    <a:pt x="714" y="33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5" name=""/>
            <p:cNvSpPr/>
            <p:nvPr/>
          </p:nvSpPr>
          <p:spPr>
            <a:xfrm>
              <a:off x="6508080" y="4936320"/>
              <a:ext cx="99360" cy="183240"/>
            </a:xfrm>
            <a:custGeom>
              <a:avLst/>
              <a:gdLst>
                <a:gd name="textAreaLeft" fmla="*/ 0 w 99360"/>
                <a:gd name="textAreaRight" fmla="*/ 100080 w 99360"/>
                <a:gd name="textAreaTop" fmla="*/ 0 h 183240"/>
                <a:gd name="textAreaBottom" fmla="*/ 183960 h 183240"/>
              </a:gdLst>
              <a:ahLst/>
              <a:cxnLst/>
              <a:rect l="textAreaLeft" t="textAreaTop" r="textAreaRight" b="textAreaBottom"/>
              <a:pathLst>
                <a:path w="278" h="511">
                  <a:moveTo>
                    <a:pt x="255" y="0"/>
                  </a:moveTo>
                  <a:cubicBezTo>
                    <a:pt x="135" y="10"/>
                    <a:pt x="27" y="120"/>
                    <a:pt x="27" y="257"/>
                  </a:cubicBezTo>
                  <a:cubicBezTo>
                    <a:pt x="29" y="379"/>
                    <a:pt x="105" y="441"/>
                    <a:pt x="80" y="450"/>
                  </a:cubicBezTo>
                  <a:cubicBezTo>
                    <a:pt x="-123" y="522"/>
                    <a:pt x="107" y="469"/>
                    <a:pt x="268" y="510"/>
                  </a:cubicBezTo>
                  <a:cubicBezTo>
                    <a:pt x="319" y="524"/>
                    <a:pt x="160" y="347"/>
                    <a:pt x="160" y="206"/>
                  </a:cubicBezTo>
                  <a:cubicBezTo>
                    <a:pt x="160" y="120"/>
                    <a:pt x="197" y="47"/>
                    <a:pt x="255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6" name=""/>
            <p:cNvSpPr/>
            <p:nvPr/>
          </p:nvSpPr>
          <p:spPr>
            <a:xfrm>
              <a:off x="6507000" y="4818960"/>
              <a:ext cx="179280" cy="281160"/>
            </a:xfrm>
            <a:custGeom>
              <a:avLst/>
              <a:gdLst>
                <a:gd name="textAreaLeft" fmla="*/ 0 w 179280"/>
                <a:gd name="textAreaRight" fmla="*/ 180000 w 179280"/>
                <a:gd name="textAreaTop" fmla="*/ 0 h 281160"/>
                <a:gd name="textAreaBottom" fmla="*/ 281880 h 281160"/>
              </a:gdLst>
              <a:ahLst/>
              <a:cxnLst/>
              <a:rect l="textAreaLeft" t="textAreaTop" r="textAreaRight" b="textAreaBottom"/>
              <a:pathLst>
                <a:path w="500" h="783">
                  <a:moveTo>
                    <a:pt x="138" y="34"/>
                  </a:moveTo>
                  <a:cubicBezTo>
                    <a:pt x="87" y="18"/>
                    <a:pt x="41" y="7"/>
                    <a:pt x="0" y="0"/>
                  </a:cubicBezTo>
                  <a:cubicBezTo>
                    <a:pt x="4" y="18"/>
                    <a:pt x="7" y="39"/>
                    <a:pt x="9" y="57"/>
                  </a:cubicBezTo>
                  <a:cubicBezTo>
                    <a:pt x="293" y="129"/>
                    <a:pt x="567" y="417"/>
                    <a:pt x="399" y="783"/>
                  </a:cubicBezTo>
                  <a:cubicBezTo>
                    <a:pt x="480" y="669"/>
                    <a:pt x="500" y="572"/>
                    <a:pt x="500" y="424"/>
                  </a:cubicBezTo>
                  <a:cubicBezTo>
                    <a:pt x="500" y="265"/>
                    <a:pt x="279" y="78"/>
                    <a:pt x="138" y="3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7" name=""/>
            <p:cNvSpPr/>
            <p:nvPr/>
          </p:nvSpPr>
          <p:spPr>
            <a:xfrm>
              <a:off x="6503400" y="4811400"/>
              <a:ext cx="196200" cy="289800"/>
            </a:xfrm>
            <a:custGeom>
              <a:avLst/>
              <a:gdLst>
                <a:gd name="textAreaLeft" fmla="*/ 0 w 196200"/>
                <a:gd name="textAreaRight" fmla="*/ 196920 w 196200"/>
                <a:gd name="textAreaTop" fmla="*/ 0 h 289800"/>
                <a:gd name="textAreaBottom" fmla="*/ 290520 h 289800"/>
              </a:gdLst>
              <a:ahLst/>
              <a:cxnLst/>
              <a:rect l="textAreaLeft" t="textAreaTop" r="textAreaRight" b="textAreaBottom"/>
              <a:pathLst>
                <a:path w="547" h="807">
                  <a:moveTo>
                    <a:pt x="0" y="0"/>
                  </a:moveTo>
                  <a:cubicBezTo>
                    <a:pt x="10" y="14"/>
                    <a:pt x="14" y="32"/>
                    <a:pt x="17" y="51"/>
                  </a:cubicBezTo>
                  <a:cubicBezTo>
                    <a:pt x="259" y="118"/>
                    <a:pt x="490" y="272"/>
                    <a:pt x="490" y="547"/>
                  </a:cubicBezTo>
                  <a:cubicBezTo>
                    <a:pt x="490" y="609"/>
                    <a:pt x="453" y="748"/>
                    <a:pt x="407" y="807"/>
                  </a:cubicBezTo>
                  <a:cubicBezTo>
                    <a:pt x="497" y="743"/>
                    <a:pt x="547" y="591"/>
                    <a:pt x="547" y="445"/>
                  </a:cubicBezTo>
                  <a:cubicBezTo>
                    <a:pt x="550" y="215"/>
                    <a:pt x="377" y="78"/>
                    <a:pt x="171" y="23"/>
                  </a:cubicBezTo>
                  <a:cubicBezTo>
                    <a:pt x="109" y="7"/>
                    <a:pt x="53" y="0"/>
                    <a:pt x="0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6422760" y="4749120"/>
              <a:ext cx="46080" cy="48240"/>
            </a:xfrm>
            <a:custGeom>
              <a:avLst/>
              <a:gdLst>
                <a:gd name="textAreaLeft" fmla="*/ 0 w 46080"/>
                <a:gd name="textAreaRight" fmla="*/ 46800 w 46080"/>
                <a:gd name="textAreaTop" fmla="*/ 0 h 48240"/>
                <a:gd name="textAreaBottom" fmla="*/ 48960 h 48240"/>
              </a:gdLst>
              <a:ahLst/>
              <a:cxnLst/>
              <a:rect l="textAreaLeft" t="textAreaTop" r="textAreaRight" b="textAreaBottom"/>
              <a:pathLst>
                <a:path w="130" h="136">
                  <a:moveTo>
                    <a:pt x="1" y="136"/>
                  </a:moveTo>
                  <a:cubicBezTo>
                    <a:pt x="-6" y="64"/>
                    <a:pt x="36" y="45"/>
                    <a:pt x="54" y="0"/>
                  </a:cubicBezTo>
                  <a:cubicBezTo>
                    <a:pt x="79" y="41"/>
                    <a:pt x="123" y="51"/>
                    <a:pt x="130" y="122"/>
                  </a:cubicBezTo>
                  <a:cubicBezTo>
                    <a:pt x="87" y="127"/>
                    <a:pt x="44" y="131"/>
                    <a:pt x="1" y="13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6351120" y="4745880"/>
              <a:ext cx="162000" cy="191880"/>
            </a:xfrm>
            <a:custGeom>
              <a:avLst/>
              <a:gdLst>
                <a:gd name="textAreaLeft" fmla="*/ 0 w 162000"/>
                <a:gd name="textAreaRight" fmla="*/ 162720 w 162000"/>
                <a:gd name="textAreaTop" fmla="*/ 0 h 191880"/>
                <a:gd name="textAreaBottom" fmla="*/ 192600 h 191880"/>
              </a:gdLst>
              <a:ahLst/>
              <a:cxnLst/>
              <a:rect l="textAreaLeft" t="textAreaTop" r="textAreaRight" b="textAreaBottom"/>
              <a:pathLst>
                <a:path w="452" h="535">
                  <a:moveTo>
                    <a:pt x="335" y="0"/>
                  </a:moveTo>
                  <a:cubicBezTo>
                    <a:pt x="308" y="41"/>
                    <a:pt x="261" y="50"/>
                    <a:pt x="252" y="122"/>
                  </a:cubicBezTo>
                  <a:cubicBezTo>
                    <a:pt x="128" y="127"/>
                    <a:pt x="-10" y="295"/>
                    <a:pt x="1" y="429"/>
                  </a:cubicBezTo>
                  <a:cubicBezTo>
                    <a:pt x="3" y="466"/>
                    <a:pt x="102" y="535"/>
                    <a:pt x="226" y="535"/>
                  </a:cubicBezTo>
                  <a:cubicBezTo>
                    <a:pt x="351" y="535"/>
                    <a:pt x="452" y="424"/>
                    <a:pt x="452" y="288"/>
                  </a:cubicBezTo>
                  <a:cubicBezTo>
                    <a:pt x="455" y="207"/>
                    <a:pt x="429" y="163"/>
                    <a:pt x="385" y="143"/>
                  </a:cubicBezTo>
                  <a:cubicBezTo>
                    <a:pt x="392" y="71"/>
                    <a:pt x="352" y="48"/>
                    <a:pt x="335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6446520" y="4768920"/>
              <a:ext cx="35640" cy="69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69840"/>
                <a:gd name="textAreaBottom" fmla="*/ 70560 h 69840"/>
              </a:gdLst>
              <a:ahLst/>
              <a:cxnLst/>
              <a:rect l="textAreaLeft" t="textAreaTop" r="textAreaRight" b="textAreaBottom"/>
              <a:pathLst>
                <a:path w="101" h="196">
                  <a:moveTo>
                    <a:pt x="40" y="194"/>
                  </a:moveTo>
                  <a:cubicBezTo>
                    <a:pt x="13" y="189"/>
                    <a:pt x="-9" y="189"/>
                    <a:pt x="3" y="90"/>
                  </a:cubicBezTo>
                  <a:cubicBezTo>
                    <a:pt x="10" y="37"/>
                    <a:pt x="43" y="30"/>
                    <a:pt x="63" y="0"/>
                  </a:cubicBezTo>
                  <a:cubicBezTo>
                    <a:pt x="76" y="35"/>
                    <a:pt x="104" y="51"/>
                    <a:pt x="100" y="104"/>
                  </a:cubicBezTo>
                  <a:cubicBezTo>
                    <a:pt x="88" y="203"/>
                    <a:pt x="68" y="199"/>
                    <a:pt x="40" y="19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6388200" y="4827960"/>
              <a:ext cx="48240" cy="44280"/>
            </a:xfrm>
            <a:custGeom>
              <a:avLst/>
              <a:gdLst>
                <a:gd name="textAreaLeft" fmla="*/ 0 w 48240"/>
                <a:gd name="textAreaRight" fmla="*/ 48960 w 48240"/>
                <a:gd name="textAreaTop" fmla="*/ 0 h 44280"/>
                <a:gd name="textAreaBottom" fmla="*/ 45000 h 44280"/>
              </a:gdLst>
              <a:ahLst/>
              <a:cxnLst/>
              <a:rect l="textAreaLeft" t="textAreaTop" r="textAreaRight" b="textAreaBottom"/>
              <a:pathLst>
                <a:path w="136" h="125">
                  <a:moveTo>
                    <a:pt x="60" y="125"/>
                  </a:moveTo>
                  <a:cubicBezTo>
                    <a:pt x="18" y="125"/>
                    <a:pt x="20" y="96"/>
                    <a:pt x="0" y="81"/>
                  </a:cubicBezTo>
                  <a:cubicBezTo>
                    <a:pt x="20" y="54"/>
                    <a:pt x="18" y="0"/>
                    <a:pt x="60" y="0"/>
                  </a:cubicBezTo>
                  <a:cubicBezTo>
                    <a:pt x="101" y="0"/>
                    <a:pt x="111" y="54"/>
                    <a:pt x="136" y="81"/>
                  </a:cubicBezTo>
                  <a:cubicBezTo>
                    <a:pt x="111" y="96"/>
                    <a:pt x="101" y="125"/>
                    <a:pt x="60" y="12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6395400" y="4838040"/>
              <a:ext cx="29160" cy="26640"/>
            </a:xfrm>
            <a:custGeom>
              <a:avLst/>
              <a:gdLst>
                <a:gd name="textAreaLeft" fmla="*/ 0 w 29160"/>
                <a:gd name="textAreaRight" fmla="*/ 29880 w 29160"/>
                <a:gd name="textAreaTop" fmla="*/ 0 h 26640"/>
                <a:gd name="textAreaBottom" fmla="*/ 27360 h 26640"/>
              </a:gdLst>
              <a:ahLst/>
              <a:cxnLst/>
              <a:rect l="textAreaLeft" t="textAreaTop" r="textAreaRight" b="textAreaBottom"/>
              <a:pathLst>
                <a:path w="83" h="76">
                  <a:moveTo>
                    <a:pt x="37" y="76"/>
                  </a:moveTo>
                  <a:cubicBezTo>
                    <a:pt x="11" y="76"/>
                    <a:pt x="12" y="57"/>
                    <a:pt x="0" y="48"/>
                  </a:cubicBezTo>
                  <a:cubicBezTo>
                    <a:pt x="12" y="32"/>
                    <a:pt x="11" y="0"/>
                    <a:pt x="37" y="0"/>
                  </a:cubicBezTo>
                  <a:cubicBezTo>
                    <a:pt x="62" y="0"/>
                    <a:pt x="68" y="32"/>
                    <a:pt x="83" y="48"/>
                  </a:cubicBezTo>
                  <a:cubicBezTo>
                    <a:pt x="68" y="57"/>
                    <a:pt x="62" y="76"/>
                    <a:pt x="37" y="7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3" name=""/>
            <p:cNvSpPr/>
            <p:nvPr/>
          </p:nvSpPr>
          <p:spPr>
            <a:xfrm>
              <a:off x="6381360" y="4843800"/>
              <a:ext cx="140760" cy="120240"/>
            </a:xfrm>
            <a:custGeom>
              <a:avLst/>
              <a:gdLst>
                <a:gd name="textAreaLeft" fmla="*/ 0 w 140760"/>
                <a:gd name="textAreaRight" fmla="*/ 141480 w 140760"/>
                <a:gd name="textAreaTop" fmla="*/ 0 h 120240"/>
                <a:gd name="textAreaBottom" fmla="*/ 120960 h 120240"/>
              </a:gdLst>
              <a:ahLst/>
              <a:cxnLst/>
              <a:rect l="textAreaLeft" t="textAreaTop" r="textAreaRight" b="textAreaBottom"/>
              <a:pathLst>
                <a:path w="393" h="336">
                  <a:moveTo>
                    <a:pt x="275" y="27"/>
                  </a:moveTo>
                  <a:cubicBezTo>
                    <a:pt x="219" y="-43"/>
                    <a:pt x="218" y="43"/>
                    <a:pt x="189" y="50"/>
                  </a:cubicBezTo>
                  <a:cubicBezTo>
                    <a:pt x="198" y="53"/>
                    <a:pt x="206" y="56"/>
                    <a:pt x="215" y="59"/>
                  </a:cubicBezTo>
                  <a:cubicBezTo>
                    <a:pt x="200" y="66"/>
                    <a:pt x="184" y="73"/>
                    <a:pt x="169" y="80"/>
                  </a:cubicBezTo>
                  <a:cubicBezTo>
                    <a:pt x="173" y="84"/>
                    <a:pt x="176" y="88"/>
                    <a:pt x="180" y="91"/>
                  </a:cubicBezTo>
                  <a:cubicBezTo>
                    <a:pt x="172" y="91"/>
                    <a:pt x="165" y="91"/>
                    <a:pt x="157" y="91"/>
                  </a:cubicBezTo>
                  <a:cubicBezTo>
                    <a:pt x="162" y="95"/>
                    <a:pt x="166" y="99"/>
                    <a:pt x="171" y="103"/>
                  </a:cubicBezTo>
                  <a:cubicBezTo>
                    <a:pt x="168" y="106"/>
                    <a:pt x="165" y="108"/>
                    <a:pt x="162" y="110"/>
                  </a:cubicBezTo>
                  <a:cubicBezTo>
                    <a:pt x="146" y="100"/>
                    <a:pt x="129" y="96"/>
                    <a:pt x="111" y="96"/>
                  </a:cubicBezTo>
                  <a:cubicBezTo>
                    <a:pt x="51" y="96"/>
                    <a:pt x="0" y="149"/>
                    <a:pt x="0" y="216"/>
                  </a:cubicBezTo>
                  <a:cubicBezTo>
                    <a:pt x="0" y="283"/>
                    <a:pt x="49" y="336"/>
                    <a:pt x="111" y="336"/>
                  </a:cubicBezTo>
                  <a:cubicBezTo>
                    <a:pt x="171" y="336"/>
                    <a:pt x="222" y="283"/>
                    <a:pt x="222" y="216"/>
                  </a:cubicBezTo>
                  <a:cubicBezTo>
                    <a:pt x="222" y="214"/>
                    <a:pt x="222" y="212"/>
                    <a:pt x="222" y="209"/>
                  </a:cubicBezTo>
                  <a:cubicBezTo>
                    <a:pt x="236" y="213"/>
                    <a:pt x="249" y="217"/>
                    <a:pt x="263" y="220"/>
                  </a:cubicBezTo>
                  <a:cubicBezTo>
                    <a:pt x="260" y="210"/>
                    <a:pt x="257" y="199"/>
                    <a:pt x="254" y="188"/>
                  </a:cubicBezTo>
                  <a:cubicBezTo>
                    <a:pt x="270" y="188"/>
                    <a:pt x="286" y="188"/>
                    <a:pt x="302" y="188"/>
                  </a:cubicBezTo>
                  <a:cubicBezTo>
                    <a:pt x="295" y="182"/>
                    <a:pt x="288" y="176"/>
                    <a:pt x="282" y="170"/>
                  </a:cubicBezTo>
                  <a:cubicBezTo>
                    <a:pt x="305" y="153"/>
                    <a:pt x="328" y="135"/>
                    <a:pt x="351" y="117"/>
                  </a:cubicBezTo>
                  <a:cubicBezTo>
                    <a:pt x="337" y="117"/>
                    <a:pt x="323" y="117"/>
                    <a:pt x="309" y="117"/>
                  </a:cubicBezTo>
                  <a:cubicBezTo>
                    <a:pt x="330" y="104"/>
                    <a:pt x="352" y="91"/>
                    <a:pt x="374" y="77"/>
                  </a:cubicBezTo>
                  <a:cubicBezTo>
                    <a:pt x="359" y="77"/>
                    <a:pt x="344" y="77"/>
                    <a:pt x="329" y="77"/>
                  </a:cubicBezTo>
                  <a:cubicBezTo>
                    <a:pt x="354" y="75"/>
                    <a:pt x="421" y="23"/>
                    <a:pt x="379" y="38"/>
                  </a:cubicBezTo>
                  <a:cubicBezTo>
                    <a:pt x="337" y="52"/>
                    <a:pt x="309" y="31"/>
                    <a:pt x="275" y="2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4" name=""/>
            <p:cNvSpPr/>
            <p:nvPr/>
          </p:nvSpPr>
          <p:spPr>
            <a:xfrm>
              <a:off x="6336000" y="4925160"/>
              <a:ext cx="180720" cy="91080"/>
            </a:xfrm>
            <a:custGeom>
              <a:avLst/>
              <a:gdLst>
                <a:gd name="textAreaLeft" fmla="*/ 0 w 180720"/>
                <a:gd name="textAreaRight" fmla="*/ 181440 w 180720"/>
                <a:gd name="textAreaTop" fmla="*/ 0 h 91080"/>
                <a:gd name="textAreaBottom" fmla="*/ 91800 h 91080"/>
              </a:gdLst>
              <a:ahLst/>
              <a:cxnLst/>
              <a:rect l="textAreaLeft" t="textAreaTop" r="textAreaRight" b="textAreaBottom"/>
              <a:pathLst>
                <a:path w="504" h="255">
                  <a:moveTo>
                    <a:pt x="197" y="126"/>
                  </a:moveTo>
                  <a:cubicBezTo>
                    <a:pt x="133" y="114"/>
                    <a:pt x="26" y="138"/>
                    <a:pt x="4" y="89"/>
                  </a:cubicBezTo>
                  <a:cubicBezTo>
                    <a:pt x="-28" y="20"/>
                    <a:pt x="167" y="-22"/>
                    <a:pt x="217" y="11"/>
                  </a:cubicBezTo>
                  <a:cubicBezTo>
                    <a:pt x="337" y="84"/>
                    <a:pt x="499" y="-58"/>
                    <a:pt x="504" y="156"/>
                  </a:cubicBezTo>
                  <a:cubicBezTo>
                    <a:pt x="506" y="209"/>
                    <a:pt x="379" y="364"/>
                    <a:pt x="197" y="12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65" name=""/>
          <p:cNvGrpSpPr/>
          <p:nvPr/>
        </p:nvGrpSpPr>
        <p:grpSpPr>
          <a:xfrm>
            <a:off x="8820000" y="3960000"/>
            <a:ext cx="899280" cy="1079280"/>
            <a:chOff x="8820000" y="3960000"/>
            <a:chExt cx="899280" cy="1079280"/>
          </a:xfrm>
        </p:grpSpPr>
        <p:sp>
          <p:nvSpPr>
            <p:cNvPr id="66" name=""/>
            <p:cNvSpPr/>
            <p:nvPr/>
          </p:nvSpPr>
          <p:spPr>
            <a:xfrm>
              <a:off x="9180000" y="4140000"/>
              <a:ext cx="179280" cy="899280"/>
            </a:xfrm>
            <a:prstGeom prst="rect">
              <a:avLst/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7" name=""/>
            <p:cNvSpPr/>
            <p:nvPr/>
          </p:nvSpPr>
          <p:spPr>
            <a:xfrm>
              <a:off x="8820000" y="4500000"/>
              <a:ext cx="899280" cy="26928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8" name=""/>
            <p:cNvSpPr/>
            <p:nvPr/>
          </p:nvSpPr>
          <p:spPr>
            <a:xfrm>
              <a:off x="8910000" y="4320000"/>
              <a:ext cx="719280" cy="26928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9" name=""/>
            <p:cNvSpPr/>
            <p:nvPr/>
          </p:nvSpPr>
          <p:spPr>
            <a:xfrm>
              <a:off x="9000000" y="4140000"/>
              <a:ext cx="539280" cy="26928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0" name=""/>
            <p:cNvSpPr/>
            <p:nvPr/>
          </p:nvSpPr>
          <p:spPr>
            <a:xfrm>
              <a:off x="9090000" y="3960000"/>
              <a:ext cx="359280" cy="26928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71" name=""/>
          <p:cNvGrpSpPr/>
          <p:nvPr/>
        </p:nvGrpSpPr>
        <p:grpSpPr>
          <a:xfrm>
            <a:off x="7920000" y="4050000"/>
            <a:ext cx="719280" cy="989280"/>
            <a:chOff x="7920000" y="4050000"/>
            <a:chExt cx="719280" cy="989280"/>
          </a:xfrm>
        </p:grpSpPr>
        <p:sp>
          <p:nvSpPr>
            <p:cNvPr id="72" name=""/>
            <p:cNvSpPr/>
            <p:nvPr/>
          </p:nvSpPr>
          <p:spPr>
            <a:xfrm>
              <a:off x="8190000" y="4140000"/>
              <a:ext cx="179280" cy="899280"/>
            </a:xfrm>
            <a:prstGeom prst="rect">
              <a:avLst/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3" name=""/>
            <p:cNvSpPr/>
            <p:nvPr/>
          </p:nvSpPr>
          <p:spPr>
            <a:xfrm>
              <a:off x="7920000" y="4410000"/>
              <a:ext cx="719280" cy="26928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4" name=""/>
            <p:cNvSpPr/>
            <p:nvPr/>
          </p:nvSpPr>
          <p:spPr>
            <a:xfrm>
              <a:off x="8010000" y="4230000"/>
              <a:ext cx="539280" cy="26928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5" name=""/>
            <p:cNvSpPr/>
            <p:nvPr/>
          </p:nvSpPr>
          <p:spPr>
            <a:xfrm>
              <a:off x="8100000" y="4050000"/>
              <a:ext cx="359280" cy="26928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76" name=""/>
          <p:cNvGrpSpPr/>
          <p:nvPr/>
        </p:nvGrpSpPr>
        <p:grpSpPr>
          <a:xfrm>
            <a:off x="8820000" y="3600000"/>
            <a:ext cx="359280" cy="269280"/>
            <a:chOff x="8820000" y="3600000"/>
            <a:chExt cx="359280" cy="269280"/>
          </a:xfrm>
        </p:grpSpPr>
        <p:sp>
          <p:nvSpPr>
            <p:cNvPr id="77" name=""/>
            <p:cNvSpPr/>
            <p:nvPr/>
          </p:nvSpPr>
          <p:spPr>
            <a:xfrm>
              <a:off x="8968680" y="3600000"/>
              <a:ext cx="86760" cy="155880"/>
            </a:xfrm>
            <a:custGeom>
              <a:avLst/>
              <a:gdLst>
                <a:gd name="textAreaLeft" fmla="*/ 0 w 86760"/>
                <a:gd name="textAreaRight" fmla="*/ 87480 w 86760"/>
                <a:gd name="textAreaTop" fmla="*/ 0 h 155880"/>
                <a:gd name="textAreaBottom" fmla="*/ 156600 h 155880"/>
              </a:gdLst>
              <a:ahLst/>
              <a:cxnLst/>
              <a:rect l="textAreaLeft" t="textAreaTop" r="textAreaRight" b="textAreaBottom"/>
              <a:pathLst>
                <a:path w="243" h="435">
                  <a:moveTo>
                    <a:pt x="200" y="140"/>
                  </a:moveTo>
                  <a:cubicBezTo>
                    <a:pt x="157" y="59"/>
                    <a:pt x="65" y="-11"/>
                    <a:pt x="27" y="1"/>
                  </a:cubicBezTo>
                  <a:cubicBezTo>
                    <a:pt x="-1" y="14"/>
                    <a:pt x="31" y="68"/>
                    <a:pt x="57" y="97"/>
                  </a:cubicBezTo>
                  <a:cubicBezTo>
                    <a:pt x="60" y="99"/>
                    <a:pt x="58" y="103"/>
                    <a:pt x="54" y="103"/>
                  </a:cubicBezTo>
                  <a:cubicBezTo>
                    <a:pt x="42" y="100"/>
                    <a:pt x="28" y="100"/>
                    <a:pt x="22" y="107"/>
                  </a:cubicBezTo>
                  <a:cubicBezTo>
                    <a:pt x="8" y="124"/>
                    <a:pt x="28" y="148"/>
                    <a:pt x="45" y="164"/>
                  </a:cubicBezTo>
                  <a:cubicBezTo>
                    <a:pt x="48" y="166"/>
                    <a:pt x="46" y="171"/>
                    <a:pt x="42" y="170"/>
                  </a:cubicBezTo>
                  <a:cubicBezTo>
                    <a:pt x="27" y="167"/>
                    <a:pt x="12" y="167"/>
                    <a:pt x="7" y="173"/>
                  </a:cubicBezTo>
                  <a:cubicBezTo>
                    <a:pt x="-14" y="198"/>
                    <a:pt x="17" y="271"/>
                    <a:pt x="35" y="298"/>
                  </a:cubicBezTo>
                  <a:cubicBezTo>
                    <a:pt x="57" y="330"/>
                    <a:pt x="80" y="362"/>
                    <a:pt x="109" y="387"/>
                  </a:cubicBezTo>
                  <a:cubicBezTo>
                    <a:pt x="139" y="413"/>
                    <a:pt x="176" y="432"/>
                    <a:pt x="215" y="435"/>
                  </a:cubicBezTo>
                  <a:cubicBezTo>
                    <a:pt x="217" y="435"/>
                    <a:pt x="219" y="435"/>
                    <a:pt x="220" y="435"/>
                  </a:cubicBezTo>
                  <a:cubicBezTo>
                    <a:pt x="222" y="434"/>
                    <a:pt x="223" y="431"/>
                    <a:pt x="224" y="429"/>
                  </a:cubicBezTo>
                  <a:cubicBezTo>
                    <a:pt x="231" y="411"/>
                    <a:pt x="233" y="404"/>
                    <a:pt x="236" y="389"/>
                  </a:cubicBezTo>
                  <a:cubicBezTo>
                    <a:pt x="239" y="328"/>
                    <a:pt x="262" y="259"/>
                    <a:pt x="200" y="14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8" name=""/>
            <p:cNvSpPr/>
            <p:nvPr/>
          </p:nvSpPr>
          <p:spPr>
            <a:xfrm>
              <a:off x="8820000" y="3600000"/>
              <a:ext cx="325800" cy="269280"/>
            </a:xfrm>
            <a:custGeom>
              <a:avLst/>
              <a:gdLst>
                <a:gd name="textAreaLeft" fmla="*/ 0 w 325800"/>
                <a:gd name="textAreaRight" fmla="*/ 326520 w 325800"/>
                <a:gd name="textAreaTop" fmla="*/ 0 h 269280"/>
                <a:gd name="textAreaBottom" fmla="*/ 270000 h 269280"/>
              </a:gdLst>
              <a:ahLst/>
              <a:cxnLst/>
              <a:rect l="textAreaLeft" t="textAreaTop" r="textAreaRight" b="textAreaBottom"/>
              <a:pathLst>
                <a:path w="907" h="750">
                  <a:moveTo>
                    <a:pt x="752" y="285"/>
                  </a:moveTo>
                  <a:cubicBezTo>
                    <a:pt x="700" y="293"/>
                    <a:pt x="647" y="342"/>
                    <a:pt x="620" y="386"/>
                  </a:cubicBezTo>
                  <a:cubicBezTo>
                    <a:pt x="619" y="389"/>
                    <a:pt x="616" y="392"/>
                    <a:pt x="613" y="393"/>
                  </a:cubicBezTo>
                  <a:cubicBezTo>
                    <a:pt x="609" y="393"/>
                    <a:pt x="606" y="390"/>
                    <a:pt x="603" y="388"/>
                  </a:cubicBezTo>
                  <a:cubicBezTo>
                    <a:pt x="575" y="362"/>
                    <a:pt x="538" y="329"/>
                    <a:pt x="492" y="272"/>
                  </a:cubicBezTo>
                  <a:cubicBezTo>
                    <a:pt x="472" y="247"/>
                    <a:pt x="373" y="128"/>
                    <a:pt x="276" y="60"/>
                  </a:cubicBezTo>
                  <a:cubicBezTo>
                    <a:pt x="192" y="2"/>
                    <a:pt x="86" y="-13"/>
                    <a:pt x="50" y="11"/>
                  </a:cubicBezTo>
                  <a:cubicBezTo>
                    <a:pt x="33" y="22"/>
                    <a:pt x="30" y="47"/>
                    <a:pt x="37" y="66"/>
                  </a:cubicBezTo>
                  <a:cubicBezTo>
                    <a:pt x="45" y="85"/>
                    <a:pt x="71" y="107"/>
                    <a:pt x="91" y="116"/>
                  </a:cubicBezTo>
                  <a:cubicBezTo>
                    <a:pt x="66" y="113"/>
                    <a:pt x="34" y="133"/>
                    <a:pt x="34" y="157"/>
                  </a:cubicBezTo>
                  <a:cubicBezTo>
                    <a:pt x="34" y="199"/>
                    <a:pt x="109" y="245"/>
                    <a:pt x="133" y="252"/>
                  </a:cubicBezTo>
                  <a:cubicBezTo>
                    <a:pt x="112" y="253"/>
                    <a:pt x="95" y="277"/>
                    <a:pt x="100" y="297"/>
                  </a:cubicBezTo>
                  <a:cubicBezTo>
                    <a:pt x="109" y="336"/>
                    <a:pt x="181" y="354"/>
                    <a:pt x="203" y="357"/>
                  </a:cubicBezTo>
                  <a:cubicBezTo>
                    <a:pt x="183" y="361"/>
                    <a:pt x="172" y="386"/>
                    <a:pt x="179" y="405"/>
                  </a:cubicBezTo>
                  <a:cubicBezTo>
                    <a:pt x="190" y="435"/>
                    <a:pt x="262" y="454"/>
                    <a:pt x="282" y="458"/>
                  </a:cubicBezTo>
                  <a:cubicBezTo>
                    <a:pt x="264" y="474"/>
                    <a:pt x="271" y="500"/>
                    <a:pt x="290" y="514"/>
                  </a:cubicBezTo>
                  <a:cubicBezTo>
                    <a:pt x="306" y="527"/>
                    <a:pt x="328" y="535"/>
                    <a:pt x="349" y="538"/>
                  </a:cubicBezTo>
                  <a:cubicBezTo>
                    <a:pt x="295" y="532"/>
                    <a:pt x="232" y="524"/>
                    <a:pt x="179" y="523"/>
                  </a:cubicBezTo>
                  <a:cubicBezTo>
                    <a:pt x="127" y="522"/>
                    <a:pt x="48" y="539"/>
                    <a:pt x="0" y="582"/>
                  </a:cubicBezTo>
                  <a:cubicBezTo>
                    <a:pt x="69" y="610"/>
                    <a:pt x="149" y="669"/>
                    <a:pt x="180" y="750"/>
                  </a:cubicBezTo>
                  <a:cubicBezTo>
                    <a:pt x="231" y="748"/>
                    <a:pt x="267" y="720"/>
                    <a:pt x="307" y="690"/>
                  </a:cubicBezTo>
                  <a:cubicBezTo>
                    <a:pt x="313" y="685"/>
                    <a:pt x="319" y="680"/>
                    <a:pt x="327" y="679"/>
                  </a:cubicBezTo>
                  <a:cubicBezTo>
                    <a:pt x="332" y="679"/>
                    <a:pt x="338" y="680"/>
                    <a:pt x="343" y="682"/>
                  </a:cubicBezTo>
                  <a:cubicBezTo>
                    <a:pt x="365" y="689"/>
                    <a:pt x="466" y="740"/>
                    <a:pt x="594" y="734"/>
                  </a:cubicBezTo>
                  <a:cubicBezTo>
                    <a:pt x="692" y="729"/>
                    <a:pt x="777" y="688"/>
                    <a:pt x="817" y="613"/>
                  </a:cubicBezTo>
                  <a:cubicBezTo>
                    <a:pt x="856" y="540"/>
                    <a:pt x="860" y="462"/>
                    <a:pt x="864" y="440"/>
                  </a:cubicBezTo>
                  <a:cubicBezTo>
                    <a:pt x="868" y="419"/>
                    <a:pt x="888" y="408"/>
                    <a:pt x="907" y="402"/>
                  </a:cubicBezTo>
                  <a:cubicBezTo>
                    <a:pt x="905" y="381"/>
                    <a:pt x="908" y="354"/>
                    <a:pt x="905" y="332"/>
                  </a:cubicBezTo>
                  <a:cubicBezTo>
                    <a:pt x="865" y="299"/>
                    <a:pt x="804" y="277"/>
                    <a:pt x="752" y="28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9" name=""/>
            <p:cNvSpPr/>
            <p:nvPr/>
          </p:nvSpPr>
          <p:spPr>
            <a:xfrm>
              <a:off x="9140400" y="3718800"/>
              <a:ext cx="38880" cy="26640"/>
            </a:xfrm>
            <a:custGeom>
              <a:avLst/>
              <a:gdLst>
                <a:gd name="textAreaLeft" fmla="*/ 0 w 38880"/>
                <a:gd name="textAreaRight" fmla="*/ 39600 w 38880"/>
                <a:gd name="textAreaTop" fmla="*/ 0 h 26640"/>
                <a:gd name="textAreaBottom" fmla="*/ 27360 h 26640"/>
              </a:gdLst>
              <a:ahLst/>
              <a:cxnLst/>
              <a:rect l="textAreaLeft" t="textAreaTop" r="textAreaRight" b="textAreaBottom"/>
              <a:pathLst>
                <a:path w="110" h="76">
                  <a:moveTo>
                    <a:pt x="24" y="1"/>
                  </a:moveTo>
                  <a:cubicBezTo>
                    <a:pt x="21" y="0"/>
                    <a:pt x="17" y="0"/>
                    <a:pt x="14" y="0"/>
                  </a:cubicBezTo>
                  <a:cubicBezTo>
                    <a:pt x="8" y="1"/>
                    <a:pt x="6" y="3"/>
                    <a:pt x="4" y="8"/>
                  </a:cubicBezTo>
                  <a:cubicBezTo>
                    <a:pt x="-2" y="20"/>
                    <a:pt x="0" y="60"/>
                    <a:pt x="3" y="68"/>
                  </a:cubicBezTo>
                  <a:cubicBezTo>
                    <a:pt x="5" y="73"/>
                    <a:pt x="8" y="76"/>
                    <a:pt x="14" y="76"/>
                  </a:cubicBezTo>
                  <a:cubicBezTo>
                    <a:pt x="16" y="76"/>
                    <a:pt x="19" y="75"/>
                    <a:pt x="21" y="74"/>
                  </a:cubicBezTo>
                  <a:cubicBezTo>
                    <a:pt x="28" y="72"/>
                    <a:pt x="36" y="69"/>
                    <a:pt x="44" y="67"/>
                  </a:cubicBezTo>
                  <a:cubicBezTo>
                    <a:pt x="64" y="60"/>
                    <a:pt x="83" y="54"/>
                    <a:pt x="102" y="47"/>
                  </a:cubicBezTo>
                  <a:cubicBezTo>
                    <a:pt x="105" y="46"/>
                    <a:pt x="109" y="45"/>
                    <a:pt x="110" y="42"/>
                  </a:cubicBezTo>
                  <a:cubicBezTo>
                    <a:pt x="111" y="38"/>
                    <a:pt x="107" y="34"/>
                    <a:pt x="104" y="31"/>
                  </a:cubicBezTo>
                  <a:cubicBezTo>
                    <a:pt x="78" y="19"/>
                    <a:pt x="51" y="9"/>
                    <a:pt x="24" y="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0" name=""/>
            <p:cNvSpPr/>
            <p:nvPr/>
          </p:nvSpPr>
          <p:spPr>
            <a:xfrm>
              <a:off x="9094680" y="3720960"/>
              <a:ext cx="20160" cy="19440"/>
            </a:xfrm>
            <a:custGeom>
              <a:avLst/>
              <a:gdLst>
                <a:gd name="textAreaLeft" fmla="*/ 0 w 20160"/>
                <a:gd name="textAreaRight" fmla="*/ 20880 w 20160"/>
                <a:gd name="textAreaTop" fmla="*/ 0 h 19440"/>
                <a:gd name="textAreaBottom" fmla="*/ 20160 h 19440"/>
              </a:gdLst>
              <a:ahLst/>
              <a:cxnLst/>
              <a:rect l="textAreaLeft" t="textAreaTop" r="textAreaRight" b="textAreaBottom"/>
              <a:pathLst>
                <a:path w="58" h="56">
                  <a:moveTo>
                    <a:pt x="0" y="28"/>
                  </a:moveTo>
                  <a:cubicBezTo>
                    <a:pt x="0" y="33"/>
                    <a:pt x="2" y="38"/>
                    <a:pt x="4" y="42"/>
                  </a:cubicBezTo>
                  <a:cubicBezTo>
                    <a:pt x="6" y="46"/>
                    <a:pt x="10" y="50"/>
                    <a:pt x="14" y="52"/>
                  </a:cubicBezTo>
                  <a:cubicBezTo>
                    <a:pt x="19" y="55"/>
                    <a:pt x="24" y="56"/>
                    <a:pt x="29" y="56"/>
                  </a:cubicBezTo>
                  <a:cubicBezTo>
                    <a:pt x="34" y="56"/>
                    <a:pt x="39" y="55"/>
                    <a:pt x="43" y="52"/>
                  </a:cubicBezTo>
                  <a:cubicBezTo>
                    <a:pt x="48" y="50"/>
                    <a:pt x="52" y="46"/>
                    <a:pt x="54" y="42"/>
                  </a:cubicBezTo>
                  <a:cubicBezTo>
                    <a:pt x="57" y="38"/>
                    <a:pt x="58" y="33"/>
                    <a:pt x="58" y="28"/>
                  </a:cubicBezTo>
                  <a:cubicBezTo>
                    <a:pt x="58" y="23"/>
                    <a:pt x="57" y="18"/>
                    <a:pt x="54" y="14"/>
                  </a:cubicBezTo>
                  <a:cubicBezTo>
                    <a:pt x="51" y="10"/>
                    <a:pt x="48" y="6"/>
                    <a:pt x="43" y="4"/>
                  </a:cubicBezTo>
                  <a:cubicBezTo>
                    <a:pt x="39" y="1"/>
                    <a:pt x="34" y="0"/>
                    <a:pt x="29" y="0"/>
                  </a:cubicBezTo>
                  <a:cubicBezTo>
                    <a:pt x="24" y="0"/>
                    <a:pt x="19" y="1"/>
                    <a:pt x="14" y="4"/>
                  </a:cubicBezTo>
                  <a:cubicBezTo>
                    <a:pt x="10" y="6"/>
                    <a:pt x="6" y="10"/>
                    <a:pt x="4" y="14"/>
                  </a:cubicBezTo>
                  <a:cubicBezTo>
                    <a:pt x="2" y="18"/>
                    <a:pt x="0" y="23"/>
                    <a:pt x="0" y="2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1" name=""/>
            <p:cNvSpPr/>
            <p:nvPr/>
          </p:nvSpPr>
          <p:spPr>
            <a:xfrm>
              <a:off x="8844480" y="3641760"/>
              <a:ext cx="49320" cy="19440"/>
            </a:xfrm>
            <a:custGeom>
              <a:avLst/>
              <a:gdLst>
                <a:gd name="textAreaLeft" fmla="*/ 0 w 49320"/>
                <a:gd name="textAreaRight" fmla="*/ 50040 w 49320"/>
                <a:gd name="textAreaTop" fmla="*/ 0 h 19440"/>
                <a:gd name="textAreaBottom" fmla="*/ 20160 h 19440"/>
              </a:gdLst>
              <a:ahLst/>
              <a:cxnLst/>
              <a:rect l="textAreaLeft" t="textAreaTop" r="textAreaRight" b="textAreaBottom"/>
              <a:pathLst>
                <a:path w="139" h="56">
                  <a:moveTo>
                    <a:pt x="77" y="27"/>
                  </a:moveTo>
                  <a:cubicBezTo>
                    <a:pt x="80" y="29"/>
                    <a:pt x="100" y="38"/>
                    <a:pt x="118" y="45"/>
                  </a:cubicBezTo>
                  <a:cubicBezTo>
                    <a:pt x="127" y="48"/>
                    <a:pt x="139" y="52"/>
                    <a:pt x="139" y="54"/>
                  </a:cubicBezTo>
                  <a:cubicBezTo>
                    <a:pt x="139" y="58"/>
                    <a:pt x="128" y="56"/>
                    <a:pt x="119" y="54"/>
                  </a:cubicBezTo>
                  <a:cubicBezTo>
                    <a:pt x="96" y="49"/>
                    <a:pt x="71" y="41"/>
                    <a:pt x="50" y="30"/>
                  </a:cubicBezTo>
                  <a:cubicBezTo>
                    <a:pt x="44" y="28"/>
                    <a:pt x="9" y="9"/>
                    <a:pt x="0" y="3"/>
                  </a:cubicBezTo>
                  <a:cubicBezTo>
                    <a:pt x="7" y="0"/>
                    <a:pt x="17" y="0"/>
                    <a:pt x="24" y="0"/>
                  </a:cubicBezTo>
                  <a:cubicBezTo>
                    <a:pt x="42" y="11"/>
                    <a:pt x="58" y="19"/>
                    <a:pt x="77" y="2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2" name=""/>
            <p:cNvSpPr/>
            <p:nvPr/>
          </p:nvSpPr>
          <p:spPr>
            <a:xfrm>
              <a:off x="8861400" y="3690720"/>
              <a:ext cx="56160" cy="10800"/>
            </a:xfrm>
            <a:custGeom>
              <a:avLst/>
              <a:gdLst>
                <a:gd name="textAreaLeft" fmla="*/ 0 w 56160"/>
                <a:gd name="textAreaRight" fmla="*/ 56880 w 56160"/>
                <a:gd name="textAreaTop" fmla="*/ 0 h 10800"/>
                <a:gd name="textAreaBottom" fmla="*/ 11520 h 10800"/>
              </a:gdLst>
              <a:ahLst/>
              <a:cxnLst/>
              <a:rect l="textAreaLeft" t="textAreaTop" r="textAreaRight" b="textAreaBottom"/>
              <a:pathLst>
                <a:path w="158" h="32">
                  <a:moveTo>
                    <a:pt x="125" y="23"/>
                  </a:moveTo>
                  <a:cubicBezTo>
                    <a:pt x="136" y="25"/>
                    <a:pt x="158" y="25"/>
                    <a:pt x="158" y="29"/>
                  </a:cubicBezTo>
                  <a:cubicBezTo>
                    <a:pt x="158" y="32"/>
                    <a:pt x="139" y="32"/>
                    <a:pt x="127" y="32"/>
                  </a:cubicBezTo>
                  <a:cubicBezTo>
                    <a:pt x="84" y="32"/>
                    <a:pt x="37" y="26"/>
                    <a:pt x="0" y="8"/>
                  </a:cubicBezTo>
                  <a:cubicBezTo>
                    <a:pt x="4" y="4"/>
                    <a:pt x="13" y="0"/>
                    <a:pt x="19" y="0"/>
                  </a:cubicBezTo>
                  <a:cubicBezTo>
                    <a:pt x="60" y="16"/>
                    <a:pt x="110" y="21"/>
                    <a:pt x="125" y="2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3" name=""/>
            <p:cNvSpPr/>
            <p:nvPr/>
          </p:nvSpPr>
          <p:spPr>
            <a:xfrm>
              <a:off x="8887320" y="3728520"/>
              <a:ext cx="50760" cy="6480"/>
            </a:xfrm>
            <a:custGeom>
              <a:avLst/>
              <a:gdLst>
                <a:gd name="textAreaLeft" fmla="*/ 0 w 50760"/>
                <a:gd name="textAreaRight" fmla="*/ 51480 w 50760"/>
                <a:gd name="textAreaTop" fmla="*/ 0 h 6480"/>
                <a:gd name="textAreaBottom" fmla="*/ 7200 h 6480"/>
              </a:gdLst>
              <a:ahLst/>
              <a:cxnLst/>
              <a:rect l="textAreaLeft" t="textAreaTop" r="textAreaRight" b="textAreaBottom"/>
              <a:pathLst>
                <a:path w="143" h="20">
                  <a:moveTo>
                    <a:pt x="106" y="9"/>
                  </a:moveTo>
                  <a:cubicBezTo>
                    <a:pt x="126" y="11"/>
                    <a:pt x="142" y="9"/>
                    <a:pt x="143" y="12"/>
                  </a:cubicBezTo>
                  <a:cubicBezTo>
                    <a:pt x="144" y="17"/>
                    <a:pt x="123" y="18"/>
                    <a:pt x="112" y="18"/>
                  </a:cubicBezTo>
                  <a:cubicBezTo>
                    <a:pt x="79" y="20"/>
                    <a:pt x="56" y="22"/>
                    <a:pt x="19" y="15"/>
                  </a:cubicBezTo>
                  <a:cubicBezTo>
                    <a:pt x="15" y="15"/>
                    <a:pt x="-1" y="12"/>
                    <a:pt x="0" y="10"/>
                  </a:cubicBezTo>
                  <a:cubicBezTo>
                    <a:pt x="3" y="6"/>
                    <a:pt x="11" y="1"/>
                    <a:pt x="16" y="0"/>
                  </a:cubicBezTo>
                  <a:cubicBezTo>
                    <a:pt x="37" y="5"/>
                    <a:pt x="85" y="8"/>
                    <a:pt x="106" y="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4" name=""/>
            <p:cNvSpPr/>
            <p:nvPr/>
          </p:nvSpPr>
          <p:spPr>
            <a:xfrm>
              <a:off x="8919000" y="3765240"/>
              <a:ext cx="46440" cy="6120"/>
            </a:xfrm>
            <a:custGeom>
              <a:avLst/>
              <a:gdLst>
                <a:gd name="textAreaLeft" fmla="*/ 0 w 46440"/>
                <a:gd name="textAreaRight" fmla="*/ 47160 w 46440"/>
                <a:gd name="textAreaTop" fmla="*/ 0 h 6120"/>
                <a:gd name="textAreaBottom" fmla="*/ 6840 h 6120"/>
              </a:gdLst>
              <a:ahLst/>
              <a:cxnLst/>
              <a:rect l="textAreaLeft" t="textAreaTop" r="textAreaRight" b="textAreaBottom"/>
              <a:pathLst>
                <a:path w="131" h="19">
                  <a:moveTo>
                    <a:pt x="7" y="0"/>
                  </a:moveTo>
                  <a:cubicBezTo>
                    <a:pt x="24" y="3"/>
                    <a:pt x="38" y="5"/>
                    <a:pt x="55" y="6"/>
                  </a:cubicBezTo>
                  <a:cubicBezTo>
                    <a:pt x="67" y="7"/>
                    <a:pt x="85" y="9"/>
                    <a:pt x="101" y="9"/>
                  </a:cubicBezTo>
                  <a:cubicBezTo>
                    <a:pt x="114" y="10"/>
                    <a:pt x="131" y="8"/>
                    <a:pt x="131" y="11"/>
                  </a:cubicBezTo>
                  <a:cubicBezTo>
                    <a:pt x="131" y="16"/>
                    <a:pt x="112" y="18"/>
                    <a:pt x="99" y="19"/>
                  </a:cubicBezTo>
                  <a:cubicBezTo>
                    <a:pt x="70" y="19"/>
                    <a:pt x="37" y="19"/>
                    <a:pt x="3" y="11"/>
                  </a:cubicBezTo>
                  <a:cubicBezTo>
                    <a:pt x="2" y="11"/>
                    <a:pt x="0" y="9"/>
                    <a:pt x="0" y="9"/>
                  </a:cubicBezTo>
                  <a:cubicBezTo>
                    <a:pt x="2" y="6"/>
                    <a:pt x="5" y="2"/>
                    <a:pt x="7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85" name=""/>
          <p:cNvGrpSpPr/>
          <p:nvPr/>
        </p:nvGrpSpPr>
        <p:grpSpPr>
          <a:xfrm>
            <a:off x="8460000" y="3780000"/>
            <a:ext cx="359280" cy="269280"/>
            <a:chOff x="8460000" y="3780000"/>
            <a:chExt cx="359280" cy="269280"/>
          </a:xfrm>
        </p:grpSpPr>
        <p:sp>
          <p:nvSpPr>
            <p:cNvPr id="86" name=""/>
            <p:cNvSpPr/>
            <p:nvPr/>
          </p:nvSpPr>
          <p:spPr>
            <a:xfrm>
              <a:off x="8608680" y="3780000"/>
              <a:ext cx="86760" cy="155880"/>
            </a:xfrm>
            <a:custGeom>
              <a:avLst/>
              <a:gdLst>
                <a:gd name="textAreaLeft" fmla="*/ 0 w 86760"/>
                <a:gd name="textAreaRight" fmla="*/ 87480 w 86760"/>
                <a:gd name="textAreaTop" fmla="*/ 0 h 155880"/>
                <a:gd name="textAreaBottom" fmla="*/ 156600 h 155880"/>
              </a:gdLst>
              <a:ahLst/>
              <a:cxnLst/>
              <a:rect l="textAreaLeft" t="textAreaTop" r="textAreaRight" b="textAreaBottom"/>
              <a:pathLst>
                <a:path w="243" h="435">
                  <a:moveTo>
                    <a:pt x="200" y="140"/>
                  </a:moveTo>
                  <a:cubicBezTo>
                    <a:pt x="157" y="59"/>
                    <a:pt x="65" y="-11"/>
                    <a:pt x="27" y="1"/>
                  </a:cubicBezTo>
                  <a:cubicBezTo>
                    <a:pt x="-1" y="14"/>
                    <a:pt x="31" y="68"/>
                    <a:pt x="57" y="97"/>
                  </a:cubicBezTo>
                  <a:cubicBezTo>
                    <a:pt x="60" y="99"/>
                    <a:pt x="58" y="103"/>
                    <a:pt x="54" y="103"/>
                  </a:cubicBezTo>
                  <a:cubicBezTo>
                    <a:pt x="42" y="100"/>
                    <a:pt x="28" y="100"/>
                    <a:pt x="22" y="107"/>
                  </a:cubicBezTo>
                  <a:cubicBezTo>
                    <a:pt x="8" y="124"/>
                    <a:pt x="28" y="148"/>
                    <a:pt x="45" y="164"/>
                  </a:cubicBezTo>
                  <a:cubicBezTo>
                    <a:pt x="48" y="166"/>
                    <a:pt x="46" y="171"/>
                    <a:pt x="42" y="170"/>
                  </a:cubicBezTo>
                  <a:cubicBezTo>
                    <a:pt x="27" y="167"/>
                    <a:pt x="12" y="167"/>
                    <a:pt x="7" y="173"/>
                  </a:cubicBezTo>
                  <a:cubicBezTo>
                    <a:pt x="-14" y="198"/>
                    <a:pt x="17" y="271"/>
                    <a:pt x="35" y="298"/>
                  </a:cubicBezTo>
                  <a:cubicBezTo>
                    <a:pt x="57" y="330"/>
                    <a:pt x="80" y="362"/>
                    <a:pt x="109" y="387"/>
                  </a:cubicBezTo>
                  <a:cubicBezTo>
                    <a:pt x="139" y="413"/>
                    <a:pt x="176" y="432"/>
                    <a:pt x="215" y="435"/>
                  </a:cubicBezTo>
                  <a:cubicBezTo>
                    <a:pt x="217" y="435"/>
                    <a:pt x="219" y="435"/>
                    <a:pt x="220" y="435"/>
                  </a:cubicBezTo>
                  <a:cubicBezTo>
                    <a:pt x="222" y="434"/>
                    <a:pt x="223" y="431"/>
                    <a:pt x="224" y="429"/>
                  </a:cubicBezTo>
                  <a:cubicBezTo>
                    <a:pt x="231" y="411"/>
                    <a:pt x="233" y="404"/>
                    <a:pt x="236" y="389"/>
                  </a:cubicBezTo>
                  <a:cubicBezTo>
                    <a:pt x="239" y="328"/>
                    <a:pt x="262" y="259"/>
                    <a:pt x="200" y="14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7" name=""/>
            <p:cNvSpPr/>
            <p:nvPr/>
          </p:nvSpPr>
          <p:spPr>
            <a:xfrm>
              <a:off x="8460000" y="3780000"/>
              <a:ext cx="325800" cy="269280"/>
            </a:xfrm>
            <a:custGeom>
              <a:avLst/>
              <a:gdLst>
                <a:gd name="textAreaLeft" fmla="*/ 0 w 325800"/>
                <a:gd name="textAreaRight" fmla="*/ 326520 w 325800"/>
                <a:gd name="textAreaTop" fmla="*/ 0 h 269280"/>
                <a:gd name="textAreaBottom" fmla="*/ 270000 h 269280"/>
              </a:gdLst>
              <a:ahLst/>
              <a:cxnLst/>
              <a:rect l="textAreaLeft" t="textAreaTop" r="textAreaRight" b="textAreaBottom"/>
              <a:pathLst>
                <a:path w="907" h="750">
                  <a:moveTo>
                    <a:pt x="752" y="285"/>
                  </a:moveTo>
                  <a:cubicBezTo>
                    <a:pt x="700" y="293"/>
                    <a:pt x="647" y="342"/>
                    <a:pt x="620" y="386"/>
                  </a:cubicBezTo>
                  <a:cubicBezTo>
                    <a:pt x="619" y="389"/>
                    <a:pt x="616" y="392"/>
                    <a:pt x="613" y="393"/>
                  </a:cubicBezTo>
                  <a:cubicBezTo>
                    <a:pt x="609" y="393"/>
                    <a:pt x="606" y="390"/>
                    <a:pt x="603" y="388"/>
                  </a:cubicBezTo>
                  <a:cubicBezTo>
                    <a:pt x="575" y="362"/>
                    <a:pt x="538" y="329"/>
                    <a:pt x="492" y="272"/>
                  </a:cubicBezTo>
                  <a:cubicBezTo>
                    <a:pt x="472" y="247"/>
                    <a:pt x="373" y="128"/>
                    <a:pt x="276" y="60"/>
                  </a:cubicBezTo>
                  <a:cubicBezTo>
                    <a:pt x="192" y="2"/>
                    <a:pt x="86" y="-13"/>
                    <a:pt x="50" y="11"/>
                  </a:cubicBezTo>
                  <a:cubicBezTo>
                    <a:pt x="33" y="22"/>
                    <a:pt x="30" y="47"/>
                    <a:pt x="37" y="66"/>
                  </a:cubicBezTo>
                  <a:cubicBezTo>
                    <a:pt x="45" y="85"/>
                    <a:pt x="71" y="107"/>
                    <a:pt x="91" y="116"/>
                  </a:cubicBezTo>
                  <a:cubicBezTo>
                    <a:pt x="66" y="113"/>
                    <a:pt x="34" y="133"/>
                    <a:pt x="34" y="157"/>
                  </a:cubicBezTo>
                  <a:cubicBezTo>
                    <a:pt x="34" y="199"/>
                    <a:pt x="109" y="245"/>
                    <a:pt x="133" y="252"/>
                  </a:cubicBezTo>
                  <a:cubicBezTo>
                    <a:pt x="112" y="253"/>
                    <a:pt x="95" y="277"/>
                    <a:pt x="100" y="297"/>
                  </a:cubicBezTo>
                  <a:cubicBezTo>
                    <a:pt x="109" y="336"/>
                    <a:pt x="181" y="354"/>
                    <a:pt x="203" y="357"/>
                  </a:cubicBezTo>
                  <a:cubicBezTo>
                    <a:pt x="183" y="361"/>
                    <a:pt x="172" y="386"/>
                    <a:pt x="179" y="405"/>
                  </a:cubicBezTo>
                  <a:cubicBezTo>
                    <a:pt x="190" y="435"/>
                    <a:pt x="262" y="454"/>
                    <a:pt x="282" y="458"/>
                  </a:cubicBezTo>
                  <a:cubicBezTo>
                    <a:pt x="264" y="474"/>
                    <a:pt x="271" y="500"/>
                    <a:pt x="290" y="514"/>
                  </a:cubicBezTo>
                  <a:cubicBezTo>
                    <a:pt x="306" y="527"/>
                    <a:pt x="328" y="535"/>
                    <a:pt x="349" y="538"/>
                  </a:cubicBezTo>
                  <a:cubicBezTo>
                    <a:pt x="295" y="532"/>
                    <a:pt x="232" y="524"/>
                    <a:pt x="179" y="523"/>
                  </a:cubicBezTo>
                  <a:cubicBezTo>
                    <a:pt x="127" y="522"/>
                    <a:pt x="48" y="539"/>
                    <a:pt x="0" y="582"/>
                  </a:cubicBezTo>
                  <a:cubicBezTo>
                    <a:pt x="69" y="610"/>
                    <a:pt x="149" y="669"/>
                    <a:pt x="180" y="750"/>
                  </a:cubicBezTo>
                  <a:cubicBezTo>
                    <a:pt x="231" y="748"/>
                    <a:pt x="267" y="720"/>
                    <a:pt x="307" y="690"/>
                  </a:cubicBezTo>
                  <a:cubicBezTo>
                    <a:pt x="313" y="685"/>
                    <a:pt x="319" y="680"/>
                    <a:pt x="327" y="679"/>
                  </a:cubicBezTo>
                  <a:cubicBezTo>
                    <a:pt x="332" y="679"/>
                    <a:pt x="338" y="680"/>
                    <a:pt x="343" y="682"/>
                  </a:cubicBezTo>
                  <a:cubicBezTo>
                    <a:pt x="365" y="689"/>
                    <a:pt x="466" y="740"/>
                    <a:pt x="594" y="734"/>
                  </a:cubicBezTo>
                  <a:cubicBezTo>
                    <a:pt x="692" y="729"/>
                    <a:pt x="777" y="688"/>
                    <a:pt x="817" y="613"/>
                  </a:cubicBezTo>
                  <a:cubicBezTo>
                    <a:pt x="856" y="540"/>
                    <a:pt x="860" y="462"/>
                    <a:pt x="864" y="440"/>
                  </a:cubicBezTo>
                  <a:cubicBezTo>
                    <a:pt x="868" y="419"/>
                    <a:pt x="888" y="408"/>
                    <a:pt x="907" y="402"/>
                  </a:cubicBezTo>
                  <a:cubicBezTo>
                    <a:pt x="905" y="381"/>
                    <a:pt x="908" y="354"/>
                    <a:pt x="905" y="332"/>
                  </a:cubicBezTo>
                  <a:cubicBezTo>
                    <a:pt x="865" y="299"/>
                    <a:pt x="804" y="277"/>
                    <a:pt x="752" y="28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8" name=""/>
            <p:cNvSpPr/>
            <p:nvPr/>
          </p:nvSpPr>
          <p:spPr>
            <a:xfrm>
              <a:off x="8780400" y="3898800"/>
              <a:ext cx="38880" cy="26640"/>
            </a:xfrm>
            <a:custGeom>
              <a:avLst/>
              <a:gdLst>
                <a:gd name="textAreaLeft" fmla="*/ 0 w 38880"/>
                <a:gd name="textAreaRight" fmla="*/ 39600 w 38880"/>
                <a:gd name="textAreaTop" fmla="*/ 0 h 26640"/>
                <a:gd name="textAreaBottom" fmla="*/ 27360 h 26640"/>
              </a:gdLst>
              <a:ahLst/>
              <a:cxnLst/>
              <a:rect l="textAreaLeft" t="textAreaTop" r="textAreaRight" b="textAreaBottom"/>
              <a:pathLst>
                <a:path w="110" h="76">
                  <a:moveTo>
                    <a:pt x="24" y="1"/>
                  </a:moveTo>
                  <a:cubicBezTo>
                    <a:pt x="21" y="0"/>
                    <a:pt x="17" y="0"/>
                    <a:pt x="14" y="0"/>
                  </a:cubicBezTo>
                  <a:cubicBezTo>
                    <a:pt x="8" y="1"/>
                    <a:pt x="6" y="3"/>
                    <a:pt x="4" y="8"/>
                  </a:cubicBezTo>
                  <a:cubicBezTo>
                    <a:pt x="-2" y="20"/>
                    <a:pt x="0" y="60"/>
                    <a:pt x="3" y="68"/>
                  </a:cubicBezTo>
                  <a:cubicBezTo>
                    <a:pt x="5" y="73"/>
                    <a:pt x="8" y="76"/>
                    <a:pt x="14" y="76"/>
                  </a:cubicBezTo>
                  <a:cubicBezTo>
                    <a:pt x="16" y="76"/>
                    <a:pt x="19" y="75"/>
                    <a:pt x="21" y="74"/>
                  </a:cubicBezTo>
                  <a:cubicBezTo>
                    <a:pt x="28" y="72"/>
                    <a:pt x="36" y="69"/>
                    <a:pt x="44" y="67"/>
                  </a:cubicBezTo>
                  <a:cubicBezTo>
                    <a:pt x="64" y="60"/>
                    <a:pt x="83" y="54"/>
                    <a:pt x="102" y="47"/>
                  </a:cubicBezTo>
                  <a:cubicBezTo>
                    <a:pt x="105" y="46"/>
                    <a:pt x="109" y="45"/>
                    <a:pt x="110" y="42"/>
                  </a:cubicBezTo>
                  <a:cubicBezTo>
                    <a:pt x="111" y="38"/>
                    <a:pt x="107" y="34"/>
                    <a:pt x="104" y="31"/>
                  </a:cubicBezTo>
                  <a:cubicBezTo>
                    <a:pt x="78" y="19"/>
                    <a:pt x="51" y="9"/>
                    <a:pt x="24" y="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9" name=""/>
            <p:cNvSpPr/>
            <p:nvPr/>
          </p:nvSpPr>
          <p:spPr>
            <a:xfrm>
              <a:off x="8734680" y="3900960"/>
              <a:ext cx="20160" cy="19440"/>
            </a:xfrm>
            <a:custGeom>
              <a:avLst/>
              <a:gdLst>
                <a:gd name="textAreaLeft" fmla="*/ 0 w 20160"/>
                <a:gd name="textAreaRight" fmla="*/ 20880 w 20160"/>
                <a:gd name="textAreaTop" fmla="*/ 0 h 19440"/>
                <a:gd name="textAreaBottom" fmla="*/ 20160 h 19440"/>
              </a:gdLst>
              <a:ahLst/>
              <a:cxnLst/>
              <a:rect l="textAreaLeft" t="textAreaTop" r="textAreaRight" b="textAreaBottom"/>
              <a:pathLst>
                <a:path w="58" h="56">
                  <a:moveTo>
                    <a:pt x="0" y="28"/>
                  </a:moveTo>
                  <a:cubicBezTo>
                    <a:pt x="0" y="33"/>
                    <a:pt x="2" y="38"/>
                    <a:pt x="4" y="42"/>
                  </a:cubicBezTo>
                  <a:cubicBezTo>
                    <a:pt x="6" y="46"/>
                    <a:pt x="10" y="50"/>
                    <a:pt x="14" y="52"/>
                  </a:cubicBezTo>
                  <a:cubicBezTo>
                    <a:pt x="19" y="55"/>
                    <a:pt x="24" y="56"/>
                    <a:pt x="29" y="56"/>
                  </a:cubicBezTo>
                  <a:cubicBezTo>
                    <a:pt x="34" y="56"/>
                    <a:pt x="39" y="55"/>
                    <a:pt x="43" y="52"/>
                  </a:cubicBezTo>
                  <a:cubicBezTo>
                    <a:pt x="48" y="50"/>
                    <a:pt x="52" y="46"/>
                    <a:pt x="54" y="42"/>
                  </a:cubicBezTo>
                  <a:cubicBezTo>
                    <a:pt x="57" y="38"/>
                    <a:pt x="58" y="33"/>
                    <a:pt x="58" y="28"/>
                  </a:cubicBezTo>
                  <a:cubicBezTo>
                    <a:pt x="58" y="23"/>
                    <a:pt x="57" y="18"/>
                    <a:pt x="54" y="14"/>
                  </a:cubicBezTo>
                  <a:cubicBezTo>
                    <a:pt x="51" y="10"/>
                    <a:pt x="48" y="6"/>
                    <a:pt x="43" y="4"/>
                  </a:cubicBezTo>
                  <a:cubicBezTo>
                    <a:pt x="39" y="1"/>
                    <a:pt x="34" y="0"/>
                    <a:pt x="29" y="0"/>
                  </a:cubicBezTo>
                  <a:cubicBezTo>
                    <a:pt x="24" y="0"/>
                    <a:pt x="19" y="1"/>
                    <a:pt x="14" y="4"/>
                  </a:cubicBezTo>
                  <a:cubicBezTo>
                    <a:pt x="10" y="6"/>
                    <a:pt x="6" y="10"/>
                    <a:pt x="4" y="14"/>
                  </a:cubicBezTo>
                  <a:cubicBezTo>
                    <a:pt x="2" y="18"/>
                    <a:pt x="0" y="23"/>
                    <a:pt x="0" y="2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0" name=""/>
            <p:cNvSpPr/>
            <p:nvPr/>
          </p:nvSpPr>
          <p:spPr>
            <a:xfrm>
              <a:off x="8484480" y="3821760"/>
              <a:ext cx="49320" cy="19440"/>
            </a:xfrm>
            <a:custGeom>
              <a:avLst/>
              <a:gdLst>
                <a:gd name="textAreaLeft" fmla="*/ 0 w 49320"/>
                <a:gd name="textAreaRight" fmla="*/ 50040 w 49320"/>
                <a:gd name="textAreaTop" fmla="*/ 0 h 19440"/>
                <a:gd name="textAreaBottom" fmla="*/ 20160 h 19440"/>
              </a:gdLst>
              <a:ahLst/>
              <a:cxnLst/>
              <a:rect l="textAreaLeft" t="textAreaTop" r="textAreaRight" b="textAreaBottom"/>
              <a:pathLst>
                <a:path w="139" h="56">
                  <a:moveTo>
                    <a:pt x="77" y="27"/>
                  </a:moveTo>
                  <a:cubicBezTo>
                    <a:pt x="80" y="29"/>
                    <a:pt x="100" y="38"/>
                    <a:pt x="118" y="45"/>
                  </a:cubicBezTo>
                  <a:cubicBezTo>
                    <a:pt x="127" y="48"/>
                    <a:pt x="139" y="52"/>
                    <a:pt x="139" y="54"/>
                  </a:cubicBezTo>
                  <a:cubicBezTo>
                    <a:pt x="139" y="58"/>
                    <a:pt x="128" y="56"/>
                    <a:pt x="119" y="54"/>
                  </a:cubicBezTo>
                  <a:cubicBezTo>
                    <a:pt x="96" y="49"/>
                    <a:pt x="71" y="41"/>
                    <a:pt x="50" y="30"/>
                  </a:cubicBezTo>
                  <a:cubicBezTo>
                    <a:pt x="44" y="28"/>
                    <a:pt x="9" y="9"/>
                    <a:pt x="0" y="3"/>
                  </a:cubicBezTo>
                  <a:cubicBezTo>
                    <a:pt x="7" y="0"/>
                    <a:pt x="17" y="0"/>
                    <a:pt x="24" y="0"/>
                  </a:cubicBezTo>
                  <a:cubicBezTo>
                    <a:pt x="42" y="11"/>
                    <a:pt x="58" y="19"/>
                    <a:pt x="77" y="2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1" name=""/>
            <p:cNvSpPr/>
            <p:nvPr/>
          </p:nvSpPr>
          <p:spPr>
            <a:xfrm>
              <a:off x="8501400" y="3870720"/>
              <a:ext cx="56160" cy="10800"/>
            </a:xfrm>
            <a:custGeom>
              <a:avLst/>
              <a:gdLst>
                <a:gd name="textAreaLeft" fmla="*/ 0 w 56160"/>
                <a:gd name="textAreaRight" fmla="*/ 56880 w 56160"/>
                <a:gd name="textAreaTop" fmla="*/ 0 h 10800"/>
                <a:gd name="textAreaBottom" fmla="*/ 11520 h 10800"/>
              </a:gdLst>
              <a:ahLst/>
              <a:cxnLst/>
              <a:rect l="textAreaLeft" t="textAreaTop" r="textAreaRight" b="textAreaBottom"/>
              <a:pathLst>
                <a:path w="158" h="32">
                  <a:moveTo>
                    <a:pt x="125" y="23"/>
                  </a:moveTo>
                  <a:cubicBezTo>
                    <a:pt x="136" y="25"/>
                    <a:pt x="158" y="25"/>
                    <a:pt x="158" y="29"/>
                  </a:cubicBezTo>
                  <a:cubicBezTo>
                    <a:pt x="158" y="32"/>
                    <a:pt x="139" y="32"/>
                    <a:pt x="127" y="32"/>
                  </a:cubicBezTo>
                  <a:cubicBezTo>
                    <a:pt x="84" y="32"/>
                    <a:pt x="37" y="26"/>
                    <a:pt x="0" y="8"/>
                  </a:cubicBezTo>
                  <a:cubicBezTo>
                    <a:pt x="4" y="4"/>
                    <a:pt x="13" y="0"/>
                    <a:pt x="19" y="0"/>
                  </a:cubicBezTo>
                  <a:cubicBezTo>
                    <a:pt x="60" y="16"/>
                    <a:pt x="110" y="21"/>
                    <a:pt x="125" y="2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2" name=""/>
            <p:cNvSpPr/>
            <p:nvPr/>
          </p:nvSpPr>
          <p:spPr>
            <a:xfrm>
              <a:off x="8527320" y="3908520"/>
              <a:ext cx="50760" cy="6480"/>
            </a:xfrm>
            <a:custGeom>
              <a:avLst/>
              <a:gdLst>
                <a:gd name="textAreaLeft" fmla="*/ 0 w 50760"/>
                <a:gd name="textAreaRight" fmla="*/ 51480 w 50760"/>
                <a:gd name="textAreaTop" fmla="*/ 0 h 6480"/>
                <a:gd name="textAreaBottom" fmla="*/ 7200 h 6480"/>
              </a:gdLst>
              <a:ahLst/>
              <a:cxnLst/>
              <a:rect l="textAreaLeft" t="textAreaTop" r="textAreaRight" b="textAreaBottom"/>
              <a:pathLst>
                <a:path w="143" h="20">
                  <a:moveTo>
                    <a:pt x="106" y="9"/>
                  </a:moveTo>
                  <a:cubicBezTo>
                    <a:pt x="126" y="11"/>
                    <a:pt x="142" y="9"/>
                    <a:pt x="143" y="12"/>
                  </a:cubicBezTo>
                  <a:cubicBezTo>
                    <a:pt x="144" y="17"/>
                    <a:pt x="123" y="18"/>
                    <a:pt x="112" y="18"/>
                  </a:cubicBezTo>
                  <a:cubicBezTo>
                    <a:pt x="79" y="20"/>
                    <a:pt x="56" y="22"/>
                    <a:pt x="19" y="15"/>
                  </a:cubicBezTo>
                  <a:cubicBezTo>
                    <a:pt x="15" y="15"/>
                    <a:pt x="-1" y="12"/>
                    <a:pt x="0" y="10"/>
                  </a:cubicBezTo>
                  <a:cubicBezTo>
                    <a:pt x="3" y="6"/>
                    <a:pt x="11" y="1"/>
                    <a:pt x="16" y="0"/>
                  </a:cubicBezTo>
                  <a:cubicBezTo>
                    <a:pt x="37" y="5"/>
                    <a:pt x="85" y="8"/>
                    <a:pt x="106" y="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3" name=""/>
            <p:cNvSpPr/>
            <p:nvPr/>
          </p:nvSpPr>
          <p:spPr>
            <a:xfrm>
              <a:off x="8559000" y="3945240"/>
              <a:ext cx="46440" cy="6120"/>
            </a:xfrm>
            <a:custGeom>
              <a:avLst/>
              <a:gdLst>
                <a:gd name="textAreaLeft" fmla="*/ 0 w 46440"/>
                <a:gd name="textAreaRight" fmla="*/ 47160 w 46440"/>
                <a:gd name="textAreaTop" fmla="*/ 0 h 6120"/>
                <a:gd name="textAreaBottom" fmla="*/ 6840 h 6120"/>
              </a:gdLst>
              <a:ahLst/>
              <a:cxnLst/>
              <a:rect l="textAreaLeft" t="textAreaTop" r="textAreaRight" b="textAreaBottom"/>
              <a:pathLst>
                <a:path w="131" h="19">
                  <a:moveTo>
                    <a:pt x="7" y="0"/>
                  </a:moveTo>
                  <a:cubicBezTo>
                    <a:pt x="24" y="3"/>
                    <a:pt x="38" y="5"/>
                    <a:pt x="55" y="6"/>
                  </a:cubicBezTo>
                  <a:cubicBezTo>
                    <a:pt x="67" y="7"/>
                    <a:pt x="85" y="9"/>
                    <a:pt x="101" y="9"/>
                  </a:cubicBezTo>
                  <a:cubicBezTo>
                    <a:pt x="114" y="10"/>
                    <a:pt x="131" y="8"/>
                    <a:pt x="131" y="11"/>
                  </a:cubicBezTo>
                  <a:cubicBezTo>
                    <a:pt x="131" y="16"/>
                    <a:pt x="112" y="18"/>
                    <a:pt x="99" y="19"/>
                  </a:cubicBezTo>
                  <a:cubicBezTo>
                    <a:pt x="70" y="19"/>
                    <a:pt x="37" y="19"/>
                    <a:pt x="3" y="11"/>
                  </a:cubicBezTo>
                  <a:cubicBezTo>
                    <a:pt x="2" y="11"/>
                    <a:pt x="0" y="9"/>
                    <a:pt x="0" y="9"/>
                  </a:cubicBezTo>
                  <a:cubicBezTo>
                    <a:pt x="2" y="6"/>
                    <a:pt x="5" y="2"/>
                    <a:pt x="7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999280" cy="8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8999280" cy="341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63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42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756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428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756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B162992-8200-4BE3-B713-F3E0BD6E24A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"/>
          <p:cNvSpPr/>
          <p:nvPr/>
        </p:nvSpPr>
        <p:spPr>
          <a:xfrm>
            <a:off x="0" y="5040000"/>
            <a:ext cx="10079280" cy="629280"/>
          </a:xfrm>
          <a:prstGeom prst="rect">
            <a:avLst/>
          </a:prstGeom>
          <a:solidFill>
            <a:srgbClr val="9ecf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endParaRPr b="1" lang="en-US" sz="14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grpSp>
        <p:nvGrpSpPr>
          <p:cNvPr id="100" name=""/>
          <p:cNvGrpSpPr/>
          <p:nvPr/>
        </p:nvGrpSpPr>
        <p:grpSpPr>
          <a:xfrm>
            <a:off x="2727360" y="4707720"/>
            <a:ext cx="506520" cy="663480"/>
            <a:chOff x="2727360" y="4707720"/>
            <a:chExt cx="506520" cy="663480"/>
          </a:xfrm>
        </p:grpSpPr>
        <p:sp>
          <p:nvSpPr>
            <p:cNvPr id="101" name=""/>
            <p:cNvSpPr/>
            <p:nvPr/>
          </p:nvSpPr>
          <p:spPr>
            <a:xfrm>
              <a:off x="3145680" y="5162760"/>
              <a:ext cx="88200" cy="96480"/>
            </a:xfrm>
            <a:custGeom>
              <a:avLst/>
              <a:gdLst>
                <a:gd name="textAreaLeft" fmla="*/ 0 w 88200"/>
                <a:gd name="textAreaRight" fmla="*/ 88920 w 88200"/>
                <a:gd name="textAreaTop" fmla="*/ 0 h 96480"/>
                <a:gd name="textAreaBottom" fmla="*/ 97200 h 96480"/>
              </a:gdLst>
              <a:ahLst/>
              <a:cxnLst/>
              <a:rect l="textAreaLeft" t="textAreaTop" r="textAreaRight" b="textAreaBottom"/>
              <a:pathLst>
                <a:path w="247" h="270">
                  <a:moveTo>
                    <a:pt x="247" y="135"/>
                  </a:moveTo>
                  <a:cubicBezTo>
                    <a:pt x="247" y="159"/>
                    <a:pt x="241" y="182"/>
                    <a:pt x="230" y="203"/>
                  </a:cubicBezTo>
                  <a:cubicBezTo>
                    <a:pt x="219" y="223"/>
                    <a:pt x="204" y="240"/>
                    <a:pt x="185" y="252"/>
                  </a:cubicBezTo>
                  <a:cubicBezTo>
                    <a:pt x="166" y="264"/>
                    <a:pt x="145" y="270"/>
                    <a:pt x="124" y="270"/>
                  </a:cubicBezTo>
                  <a:cubicBezTo>
                    <a:pt x="102" y="270"/>
                    <a:pt x="81" y="264"/>
                    <a:pt x="62" y="252"/>
                  </a:cubicBezTo>
                  <a:cubicBezTo>
                    <a:pt x="43" y="240"/>
                    <a:pt x="28" y="223"/>
                    <a:pt x="17" y="203"/>
                  </a:cubicBezTo>
                  <a:cubicBezTo>
                    <a:pt x="6" y="182"/>
                    <a:pt x="0" y="159"/>
                    <a:pt x="0" y="135"/>
                  </a:cubicBezTo>
                  <a:cubicBezTo>
                    <a:pt x="0" y="111"/>
                    <a:pt x="6" y="88"/>
                    <a:pt x="17" y="67"/>
                  </a:cubicBezTo>
                  <a:cubicBezTo>
                    <a:pt x="28" y="47"/>
                    <a:pt x="43" y="30"/>
                    <a:pt x="62" y="18"/>
                  </a:cubicBezTo>
                  <a:cubicBezTo>
                    <a:pt x="81" y="6"/>
                    <a:pt x="102" y="0"/>
                    <a:pt x="124" y="0"/>
                  </a:cubicBezTo>
                  <a:cubicBezTo>
                    <a:pt x="145" y="0"/>
                    <a:pt x="166" y="6"/>
                    <a:pt x="185" y="18"/>
                  </a:cubicBezTo>
                  <a:cubicBezTo>
                    <a:pt x="204" y="30"/>
                    <a:pt x="219" y="47"/>
                    <a:pt x="230" y="67"/>
                  </a:cubicBezTo>
                  <a:cubicBezTo>
                    <a:pt x="241" y="88"/>
                    <a:pt x="247" y="111"/>
                    <a:pt x="247" y="13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02" name=""/>
            <p:cNvSpPr/>
            <p:nvPr/>
          </p:nvSpPr>
          <p:spPr>
            <a:xfrm>
              <a:off x="3048480" y="5151600"/>
              <a:ext cx="153000" cy="192960"/>
            </a:xfrm>
            <a:custGeom>
              <a:avLst/>
              <a:gdLst>
                <a:gd name="textAreaLeft" fmla="*/ 0 w 153000"/>
                <a:gd name="textAreaRight" fmla="*/ 153720 w 153000"/>
                <a:gd name="textAreaTop" fmla="*/ 0 h 192960"/>
                <a:gd name="textAreaBottom" fmla="*/ 193680 h 192960"/>
              </a:gdLst>
              <a:ahLst/>
              <a:cxnLst/>
              <a:rect l="textAreaLeft" t="textAreaTop" r="textAreaRight" b="textAreaBottom"/>
              <a:pathLst>
                <a:path w="427" h="538">
                  <a:moveTo>
                    <a:pt x="403" y="452"/>
                  </a:moveTo>
                  <a:cubicBezTo>
                    <a:pt x="495" y="104"/>
                    <a:pt x="301" y="151"/>
                    <a:pt x="250" y="0"/>
                  </a:cubicBezTo>
                  <a:cubicBezTo>
                    <a:pt x="177" y="36"/>
                    <a:pt x="104" y="71"/>
                    <a:pt x="31" y="107"/>
                  </a:cubicBezTo>
                  <a:cubicBezTo>
                    <a:pt x="31" y="104"/>
                    <a:pt x="-36" y="440"/>
                    <a:pt x="28" y="514"/>
                  </a:cubicBezTo>
                  <a:cubicBezTo>
                    <a:pt x="78" y="569"/>
                    <a:pt x="384" y="523"/>
                    <a:pt x="403" y="45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03" name=""/>
            <p:cNvSpPr/>
            <p:nvPr/>
          </p:nvSpPr>
          <p:spPr>
            <a:xfrm>
              <a:off x="3059280" y="5259600"/>
              <a:ext cx="90360" cy="46440"/>
            </a:xfrm>
            <a:custGeom>
              <a:avLst/>
              <a:gdLst>
                <a:gd name="textAreaLeft" fmla="*/ 0 w 90360"/>
                <a:gd name="textAreaRight" fmla="*/ 91080 w 90360"/>
                <a:gd name="textAreaTop" fmla="*/ 0 h 46440"/>
                <a:gd name="textAreaBottom" fmla="*/ 47160 h 46440"/>
              </a:gdLst>
              <a:ahLst/>
              <a:cxnLst/>
              <a:rect l="textAreaLeft" t="textAreaTop" r="textAreaRight" b="textAreaBottom"/>
              <a:pathLst>
                <a:path w="253" h="131">
                  <a:moveTo>
                    <a:pt x="34" y="63"/>
                  </a:moveTo>
                  <a:cubicBezTo>
                    <a:pt x="52" y="44"/>
                    <a:pt x="74" y="26"/>
                    <a:pt x="99" y="17"/>
                  </a:cubicBezTo>
                  <a:cubicBezTo>
                    <a:pt x="148" y="-5"/>
                    <a:pt x="204" y="-5"/>
                    <a:pt x="253" y="14"/>
                  </a:cubicBezTo>
                  <a:cubicBezTo>
                    <a:pt x="200" y="14"/>
                    <a:pt x="154" y="17"/>
                    <a:pt x="108" y="38"/>
                  </a:cubicBezTo>
                  <a:cubicBezTo>
                    <a:pt x="87" y="47"/>
                    <a:pt x="65" y="60"/>
                    <a:pt x="47" y="75"/>
                  </a:cubicBezTo>
                  <a:cubicBezTo>
                    <a:pt x="31" y="91"/>
                    <a:pt x="13" y="109"/>
                    <a:pt x="0" y="131"/>
                  </a:cubicBezTo>
                  <a:cubicBezTo>
                    <a:pt x="4" y="106"/>
                    <a:pt x="15" y="81"/>
                    <a:pt x="34" y="6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04" name=""/>
            <p:cNvSpPr/>
            <p:nvPr/>
          </p:nvSpPr>
          <p:spPr>
            <a:xfrm>
              <a:off x="2947680" y="5136120"/>
              <a:ext cx="130320" cy="235080"/>
            </a:xfrm>
            <a:custGeom>
              <a:avLst/>
              <a:gdLst>
                <a:gd name="textAreaLeft" fmla="*/ 0 w 130320"/>
                <a:gd name="textAreaRight" fmla="*/ 131040 w 130320"/>
                <a:gd name="textAreaTop" fmla="*/ 0 h 235080"/>
                <a:gd name="textAreaBottom" fmla="*/ 235800 h 235080"/>
              </a:gdLst>
              <a:ahLst/>
              <a:cxnLst/>
              <a:rect l="textAreaLeft" t="textAreaTop" r="textAreaRight" b="textAreaBottom"/>
              <a:pathLst>
                <a:path w="364" h="655">
                  <a:moveTo>
                    <a:pt x="290" y="615"/>
                  </a:moveTo>
                  <a:cubicBezTo>
                    <a:pt x="364" y="538"/>
                    <a:pt x="361" y="197"/>
                    <a:pt x="364" y="27"/>
                  </a:cubicBezTo>
                  <a:cubicBezTo>
                    <a:pt x="259" y="18"/>
                    <a:pt x="154" y="9"/>
                    <a:pt x="50" y="0"/>
                  </a:cubicBezTo>
                  <a:cubicBezTo>
                    <a:pt x="47" y="0"/>
                    <a:pt x="-39" y="541"/>
                    <a:pt x="22" y="615"/>
                  </a:cubicBezTo>
                  <a:cubicBezTo>
                    <a:pt x="68" y="670"/>
                    <a:pt x="238" y="667"/>
                    <a:pt x="290" y="61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05" name=""/>
            <p:cNvSpPr/>
            <p:nvPr/>
          </p:nvSpPr>
          <p:spPr>
            <a:xfrm>
              <a:off x="2832840" y="5136120"/>
              <a:ext cx="130320" cy="235080"/>
            </a:xfrm>
            <a:custGeom>
              <a:avLst/>
              <a:gdLst>
                <a:gd name="textAreaLeft" fmla="*/ 0 w 130320"/>
                <a:gd name="textAreaRight" fmla="*/ 131040 w 130320"/>
                <a:gd name="textAreaTop" fmla="*/ 0 h 235080"/>
                <a:gd name="textAreaBottom" fmla="*/ 235800 h 235080"/>
              </a:gdLst>
              <a:ahLst/>
              <a:cxnLst/>
              <a:rect l="textAreaLeft" t="textAreaTop" r="textAreaRight" b="textAreaBottom"/>
              <a:pathLst>
                <a:path w="364" h="655">
                  <a:moveTo>
                    <a:pt x="74" y="615"/>
                  </a:moveTo>
                  <a:cubicBezTo>
                    <a:pt x="0" y="538"/>
                    <a:pt x="3" y="197"/>
                    <a:pt x="0" y="27"/>
                  </a:cubicBezTo>
                  <a:cubicBezTo>
                    <a:pt x="105" y="18"/>
                    <a:pt x="209" y="9"/>
                    <a:pt x="314" y="0"/>
                  </a:cubicBezTo>
                  <a:cubicBezTo>
                    <a:pt x="323" y="205"/>
                    <a:pt x="403" y="541"/>
                    <a:pt x="341" y="615"/>
                  </a:cubicBezTo>
                  <a:cubicBezTo>
                    <a:pt x="295" y="670"/>
                    <a:pt x="126" y="667"/>
                    <a:pt x="74" y="61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06" name=""/>
            <p:cNvSpPr/>
            <p:nvPr/>
          </p:nvSpPr>
          <p:spPr>
            <a:xfrm>
              <a:off x="2951280" y="5262120"/>
              <a:ext cx="8280" cy="94680"/>
            </a:xfrm>
            <a:custGeom>
              <a:avLst/>
              <a:gdLst>
                <a:gd name="textAreaLeft" fmla="*/ 0 w 8280"/>
                <a:gd name="textAreaRight" fmla="*/ 9000 w 8280"/>
                <a:gd name="textAreaTop" fmla="*/ 0 h 94680"/>
                <a:gd name="textAreaBottom" fmla="*/ 95400 h 94680"/>
              </a:gdLst>
              <a:ahLst/>
              <a:cxnLst/>
              <a:rect l="textAreaLeft" t="textAreaTop" r="textAreaRight" b="textAreaBottom"/>
              <a:pathLst>
                <a:path w="25" h="265">
                  <a:moveTo>
                    <a:pt x="0" y="133"/>
                  </a:moveTo>
                  <a:cubicBezTo>
                    <a:pt x="0" y="90"/>
                    <a:pt x="3" y="44"/>
                    <a:pt x="12" y="0"/>
                  </a:cubicBezTo>
                  <a:cubicBezTo>
                    <a:pt x="21" y="44"/>
                    <a:pt x="25" y="90"/>
                    <a:pt x="25" y="133"/>
                  </a:cubicBezTo>
                  <a:cubicBezTo>
                    <a:pt x="21" y="179"/>
                    <a:pt x="21" y="222"/>
                    <a:pt x="12" y="265"/>
                  </a:cubicBezTo>
                  <a:cubicBezTo>
                    <a:pt x="3" y="222"/>
                    <a:pt x="0" y="176"/>
                    <a:pt x="0" y="13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07" name=""/>
            <p:cNvSpPr/>
            <p:nvPr/>
          </p:nvSpPr>
          <p:spPr>
            <a:xfrm>
              <a:off x="2855880" y="5127120"/>
              <a:ext cx="198720" cy="191880"/>
            </a:xfrm>
            <a:custGeom>
              <a:avLst/>
              <a:gdLst>
                <a:gd name="textAreaLeft" fmla="*/ 0 w 198720"/>
                <a:gd name="textAreaRight" fmla="*/ 199440 w 198720"/>
                <a:gd name="textAreaTop" fmla="*/ 0 h 191880"/>
                <a:gd name="textAreaBottom" fmla="*/ 192600 h 191880"/>
              </a:gdLst>
              <a:ahLst/>
              <a:cxnLst/>
              <a:rect l="textAreaLeft" t="textAreaTop" r="textAreaRight" b="textAreaBottom"/>
              <a:pathLst>
                <a:path w="554" h="535">
                  <a:moveTo>
                    <a:pt x="277" y="535"/>
                  </a:moveTo>
                  <a:cubicBezTo>
                    <a:pt x="185" y="440"/>
                    <a:pt x="0" y="390"/>
                    <a:pt x="0" y="252"/>
                  </a:cubicBezTo>
                  <a:cubicBezTo>
                    <a:pt x="0" y="113"/>
                    <a:pt x="123" y="0"/>
                    <a:pt x="277" y="0"/>
                  </a:cubicBezTo>
                  <a:cubicBezTo>
                    <a:pt x="431" y="0"/>
                    <a:pt x="554" y="113"/>
                    <a:pt x="554" y="252"/>
                  </a:cubicBezTo>
                  <a:cubicBezTo>
                    <a:pt x="554" y="390"/>
                    <a:pt x="369" y="440"/>
                    <a:pt x="277" y="53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08" name=""/>
            <p:cNvSpPr/>
            <p:nvPr/>
          </p:nvSpPr>
          <p:spPr>
            <a:xfrm>
              <a:off x="3033000" y="4707720"/>
              <a:ext cx="149400" cy="290520"/>
            </a:xfrm>
            <a:custGeom>
              <a:avLst/>
              <a:gdLst>
                <a:gd name="textAreaLeft" fmla="*/ 0 w 149400"/>
                <a:gd name="textAreaRight" fmla="*/ 150120 w 149400"/>
                <a:gd name="textAreaTop" fmla="*/ 0 h 290520"/>
                <a:gd name="textAreaBottom" fmla="*/ 291240 h 290520"/>
              </a:gdLst>
              <a:ahLst/>
              <a:cxnLst/>
              <a:rect l="textAreaLeft" t="textAreaTop" r="textAreaRight" b="textAreaBottom"/>
              <a:pathLst>
                <a:path w="417" h="809">
                  <a:moveTo>
                    <a:pt x="37" y="354"/>
                  </a:moveTo>
                  <a:cubicBezTo>
                    <a:pt x="21" y="677"/>
                    <a:pt x="12" y="629"/>
                    <a:pt x="0" y="766"/>
                  </a:cubicBezTo>
                  <a:cubicBezTo>
                    <a:pt x="57" y="780"/>
                    <a:pt x="115" y="795"/>
                    <a:pt x="172" y="809"/>
                  </a:cubicBezTo>
                  <a:cubicBezTo>
                    <a:pt x="243" y="686"/>
                    <a:pt x="163" y="778"/>
                    <a:pt x="384" y="440"/>
                  </a:cubicBezTo>
                  <a:cubicBezTo>
                    <a:pt x="464" y="314"/>
                    <a:pt x="378" y="18"/>
                    <a:pt x="329" y="0"/>
                  </a:cubicBezTo>
                  <a:cubicBezTo>
                    <a:pt x="298" y="-9"/>
                    <a:pt x="43" y="188"/>
                    <a:pt x="37" y="35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09" name=""/>
            <p:cNvSpPr/>
            <p:nvPr/>
          </p:nvSpPr>
          <p:spPr>
            <a:xfrm>
              <a:off x="3044880" y="4766040"/>
              <a:ext cx="108360" cy="229680"/>
            </a:xfrm>
            <a:custGeom>
              <a:avLst/>
              <a:gdLst>
                <a:gd name="textAreaLeft" fmla="*/ 0 w 108360"/>
                <a:gd name="textAreaRight" fmla="*/ 109080 w 108360"/>
                <a:gd name="textAreaTop" fmla="*/ 0 h 229680"/>
                <a:gd name="textAreaBottom" fmla="*/ 230400 h 229680"/>
              </a:gdLst>
              <a:ahLst/>
              <a:cxnLst/>
              <a:rect l="textAreaLeft" t="textAreaTop" r="textAreaRight" b="textAreaBottom"/>
              <a:pathLst>
                <a:path w="303" h="640">
                  <a:moveTo>
                    <a:pt x="77" y="210"/>
                  </a:moveTo>
                  <a:cubicBezTo>
                    <a:pt x="19" y="523"/>
                    <a:pt x="26" y="478"/>
                    <a:pt x="0" y="612"/>
                  </a:cubicBezTo>
                  <a:cubicBezTo>
                    <a:pt x="38" y="622"/>
                    <a:pt x="76" y="631"/>
                    <a:pt x="114" y="640"/>
                  </a:cubicBezTo>
                  <a:cubicBezTo>
                    <a:pt x="169" y="513"/>
                    <a:pt x="114" y="618"/>
                    <a:pt x="280" y="258"/>
                  </a:cubicBezTo>
                  <a:cubicBezTo>
                    <a:pt x="324" y="167"/>
                    <a:pt x="299" y="16"/>
                    <a:pt x="253" y="1"/>
                  </a:cubicBezTo>
                  <a:cubicBezTo>
                    <a:pt x="222" y="-8"/>
                    <a:pt x="102" y="81"/>
                    <a:pt x="77" y="21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0" name=""/>
            <p:cNvSpPr/>
            <p:nvPr/>
          </p:nvSpPr>
          <p:spPr>
            <a:xfrm>
              <a:off x="2727360" y="4707720"/>
              <a:ext cx="150120" cy="290520"/>
            </a:xfrm>
            <a:custGeom>
              <a:avLst/>
              <a:gdLst>
                <a:gd name="textAreaLeft" fmla="*/ 0 w 150120"/>
                <a:gd name="textAreaRight" fmla="*/ 150840 w 150120"/>
                <a:gd name="textAreaTop" fmla="*/ 0 h 290520"/>
                <a:gd name="textAreaBottom" fmla="*/ 291240 h 290520"/>
              </a:gdLst>
              <a:ahLst/>
              <a:cxnLst/>
              <a:rect l="textAreaLeft" t="textAreaTop" r="textAreaRight" b="textAreaBottom"/>
              <a:pathLst>
                <a:path w="419" h="809">
                  <a:moveTo>
                    <a:pt x="382" y="354"/>
                  </a:moveTo>
                  <a:cubicBezTo>
                    <a:pt x="397" y="677"/>
                    <a:pt x="406" y="629"/>
                    <a:pt x="419" y="766"/>
                  </a:cubicBezTo>
                  <a:cubicBezTo>
                    <a:pt x="361" y="780"/>
                    <a:pt x="304" y="795"/>
                    <a:pt x="247" y="809"/>
                  </a:cubicBezTo>
                  <a:cubicBezTo>
                    <a:pt x="176" y="686"/>
                    <a:pt x="256" y="778"/>
                    <a:pt x="34" y="440"/>
                  </a:cubicBezTo>
                  <a:cubicBezTo>
                    <a:pt x="-49" y="314"/>
                    <a:pt x="40" y="18"/>
                    <a:pt x="90" y="0"/>
                  </a:cubicBezTo>
                  <a:cubicBezTo>
                    <a:pt x="120" y="-9"/>
                    <a:pt x="376" y="188"/>
                    <a:pt x="382" y="35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1" name=""/>
            <p:cNvSpPr/>
            <p:nvPr/>
          </p:nvSpPr>
          <p:spPr>
            <a:xfrm>
              <a:off x="2756880" y="4766040"/>
              <a:ext cx="108360" cy="230760"/>
            </a:xfrm>
            <a:custGeom>
              <a:avLst/>
              <a:gdLst>
                <a:gd name="textAreaLeft" fmla="*/ 0 w 108360"/>
                <a:gd name="textAreaRight" fmla="*/ 109080 w 108360"/>
                <a:gd name="textAreaTop" fmla="*/ 0 h 230760"/>
                <a:gd name="textAreaBottom" fmla="*/ 231480 h 230760"/>
              </a:gdLst>
              <a:ahLst/>
              <a:cxnLst/>
              <a:rect l="textAreaLeft" t="textAreaTop" r="textAreaRight" b="textAreaBottom"/>
              <a:pathLst>
                <a:path w="303" h="643">
                  <a:moveTo>
                    <a:pt x="226" y="210"/>
                  </a:moveTo>
                  <a:cubicBezTo>
                    <a:pt x="285" y="523"/>
                    <a:pt x="277" y="478"/>
                    <a:pt x="303" y="612"/>
                  </a:cubicBezTo>
                  <a:cubicBezTo>
                    <a:pt x="266" y="623"/>
                    <a:pt x="229" y="633"/>
                    <a:pt x="192" y="643"/>
                  </a:cubicBezTo>
                  <a:cubicBezTo>
                    <a:pt x="136" y="516"/>
                    <a:pt x="192" y="622"/>
                    <a:pt x="23" y="262"/>
                  </a:cubicBezTo>
                  <a:cubicBezTo>
                    <a:pt x="-20" y="167"/>
                    <a:pt x="1" y="16"/>
                    <a:pt x="51" y="1"/>
                  </a:cubicBezTo>
                  <a:cubicBezTo>
                    <a:pt x="81" y="-8"/>
                    <a:pt x="201" y="81"/>
                    <a:pt x="226" y="21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2" name=""/>
            <p:cNvSpPr/>
            <p:nvPr/>
          </p:nvSpPr>
          <p:spPr>
            <a:xfrm>
              <a:off x="2752560" y="4884840"/>
              <a:ext cx="405000" cy="354960"/>
            </a:xfrm>
            <a:custGeom>
              <a:avLst/>
              <a:gdLst>
                <a:gd name="textAreaLeft" fmla="*/ 0 w 405000"/>
                <a:gd name="textAreaRight" fmla="*/ 405720 w 405000"/>
                <a:gd name="textAreaTop" fmla="*/ 0 h 354960"/>
                <a:gd name="textAreaBottom" fmla="*/ 355680 h 354960"/>
              </a:gdLst>
              <a:ahLst/>
              <a:cxnLst/>
              <a:rect l="textAreaLeft" t="textAreaTop" r="textAreaRight" b="textAreaBottom"/>
              <a:pathLst>
                <a:path w="1127" h="988">
                  <a:moveTo>
                    <a:pt x="564" y="0"/>
                  </a:moveTo>
                  <a:cubicBezTo>
                    <a:pt x="874" y="0"/>
                    <a:pt x="1016" y="133"/>
                    <a:pt x="1016" y="317"/>
                  </a:cubicBezTo>
                  <a:cubicBezTo>
                    <a:pt x="1016" y="471"/>
                    <a:pt x="1249" y="699"/>
                    <a:pt x="1040" y="849"/>
                  </a:cubicBezTo>
                  <a:cubicBezTo>
                    <a:pt x="939" y="923"/>
                    <a:pt x="766" y="988"/>
                    <a:pt x="564" y="988"/>
                  </a:cubicBezTo>
                  <a:cubicBezTo>
                    <a:pt x="361" y="988"/>
                    <a:pt x="189" y="923"/>
                    <a:pt x="87" y="849"/>
                  </a:cubicBezTo>
                  <a:cubicBezTo>
                    <a:pt x="-122" y="696"/>
                    <a:pt x="112" y="471"/>
                    <a:pt x="112" y="317"/>
                  </a:cubicBezTo>
                  <a:cubicBezTo>
                    <a:pt x="112" y="133"/>
                    <a:pt x="250" y="0"/>
                    <a:pt x="564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3" name=""/>
            <p:cNvSpPr/>
            <p:nvPr/>
          </p:nvSpPr>
          <p:spPr>
            <a:xfrm>
              <a:off x="2777040" y="4933440"/>
              <a:ext cx="353880" cy="293760"/>
            </a:xfrm>
            <a:custGeom>
              <a:avLst/>
              <a:gdLst>
                <a:gd name="textAreaLeft" fmla="*/ 0 w 353880"/>
                <a:gd name="textAreaRight" fmla="*/ 354600 w 353880"/>
                <a:gd name="textAreaTop" fmla="*/ 0 h 293760"/>
                <a:gd name="textAreaBottom" fmla="*/ 294480 h 293760"/>
              </a:gdLst>
              <a:ahLst/>
              <a:cxnLst/>
              <a:rect l="textAreaLeft" t="textAreaTop" r="textAreaRight" b="textAreaBottom"/>
              <a:pathLst>
                <a:path w="985" h="818">
                  <a:moveTo>
                    <a:pt x="536" y="28"/>
                  </a:moveTo>
                  <a:cubicBezTo>
                    <a:pt x="509" y="-9"/>
                    <a:pt x="484" y="-9"/>
                    <a:pt x="456" y="28"/>
                  </a:cubicBezTo>
                  <a:cubicBezTo>
                    <a:pt x="392" y="111"/>
                    <a:pt x="290" y="290"/>
                    <a:pt x="284" y="438"/>
                  </a:cubicBezTo>
                  <a:cubicBezTo>
                    <a:pt x="167" y="422"/>
                    <a:pt x="35" y="428"/>
                    <a:pt x="7" y="490"/>
                  </a:cubicBezTo>
                  <a:cubicBezTo>
                    <a:pt x="-45" y="612"/>
                    <a:pt x="201" y="818"/>
                    <a:pt x="493" y="818"/>
                  </a:cubicBezTo>
                  <a:cubicBezTo>
                    <a:pt x="789" y="818"/>
                    <a:pt x="1031" y="612"/>
                    <a:pt x="978" y="490"/>
                  </a:cubicBezTo>
                  <a:cubicBezTo>
                    <a:pt x="958" y="428"/>
                    <a:pt x="822" y="422"/>
                    <a:pt x="709" y="438"/>
                  </a:cubicBezTo>
                  <a:cubicBezTo>
                    <a:pt x="702" y="290"/>
                    <a:pt x="601" y="111"/>
                    <a:pt x="536" y="2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4" name=""/>
            <p:cNvSpPr/>
            <p:nvPr/>
          </p:nvSpPr>
          <p:spPr>
            <a:xfrm>
              <a:off x="2871720" y="5143680"/>
              <a:ext cx="167040" cy="60120"/>
            </a:xfrm>
            <a:custGeom>
              <a:avLst/>
              <a:gdLst>
                <a:gd name="textAreaLeft" fmla="*/ 0 w 167040"/>
                <a:gd name="textAreaRight" fmla="*/ 167760 w 167040"/>
                <a:gd name="textAreaTop" fmla="*/ 0 h 60120"/>
                <a:gd name="textAreaBottom" fmla="*/ 60840 h 60120"/>
              </a:gdLst>
              <a:ahLst/>
              <a:cxnLst/>
              <a:rect l="textAreaLeft" t="textAreaTop" r="textAreaRight" b="textAreaBottom"/>
              <a:pathLst>
                <a:path w="466" h="169">
                  <a:moveTo>
                    <a:pt x="372" y="62"/>
                  </a:moveTo>
                  <a:cubicBezTo>
                    <a:pt x="338" y="65"/>
                    <a:pt x="301" y="56"/>
                    <a:pt x="273" y="37"/>
                  </a:cubicBezTo>
                  <a:cubicBezTo>
                    <a:pt x="258" y="28"/>
                    <a:pt x="246" y="16"/>
                    <a:pt x="233" y="0"/>
                  </a:cubicBezTo>
                  <a:cubicBezTo>
                    <a:pt x="224" y="16"/>
                    <a:pt x="209" y="28"/>
                    <a:pt x="193" y="37"/>
                  </a:cubicBezTo>
                  <a:cubicBezTo>
                    <a:pt x="162" y="56"/>
                    <a:pt x="129" y="65"/>
                    <a:pt x="95" y="62"/>
                  </a:cubicBezTo>
                  <a:cubicBezTo>
                    <a:pt x="61" y="62"/>
                    <a:pt x="27" y="49"/>
                    <a:pt x="2" y="28"/>
                  </a:cubicBezTo>
                  <a:cubicBezTo>
                    <a:pt x="-13" y="16"/>
                    <a:pt x="67" y="169"/>
                    <a:pt x="233" y="169"/>
                  </a:cubicBezTo>
                  <a:cubicBezTo>
                    <a:pt x="399" y="169"/>
                    <a:pt x="479" y="16"/>
                    <a:pt x="464" y="28"/>
                  </a:cubicBezTo>
                  <a:cubicBezTo>
                    <a:pt x="439" y="46"/>
                    <a:pt x="406" y="59"/>
                    <a:pt x="372" y="6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5" name=""/>
            <p:cNvSpPr/>
            <p:nvPr/>
          </p:nvSpPr>
          <p:spPr>
            <a:xfrm>
              <a:off x="3000240" y="4977000"/>
              <a:ext cx="97560" cy="116280"/>
            </a:xfrm>
            <a:custGeom>
              <a:avLst/>
              <a:gdLst>
                <a:gd name="textAreaLeft" fmla="*/ 0 w 97560"/>
                <a:gd name="textAreaRight" fmla="*/ 98280 w 97560"/>
                <a:gd name="textAreaTop" fmla="*/ 0 h 116280"/>
                <a:gd name="textAreaBottom" fmla="*/ 117000 h 116280"/>
              </a:gdLst>
              <a:ahLst/>
              <a:cxnLst/>
              <a:rect l="textAreaLeft" t="textAreaTop" r="textAreaRight" b="textAreaBottom"/>
              <a:pathLst>
                <a:path w="273" h="325">
                  <a:moveTo>
                    <a:pt x="95" y="9"/>
                  </a:moveTo>
                  <a:cubicBezTo>
                    <a:pt x="187" y="-28"/>
                    <a:pt x="249" y="61"/>
                    <a:pt x="264" y="110"/>
                  </a:cubicBezTo>
                  <a:cubicBezTo>
                    <a:pt x="289" y="184"/>
                    <a:pt x="258" y="267"/>
                    <a:pt x="249" y="286"/>
                  </a:cubicBezTo>
                  <a:cubicBezTo>
                    <a:pt x="242" y="298"/>
                    <a:pt x="175" y="357"/>
                    <a:pt x="24" y="301"/>
                  </a:cubicBezTo>
                  <a:cubicBezTo>
                    <a:pt x="27" y="301"/>
                    <a:pt x="-13" y="218"/>
                    <a:pt x="5" y="141"/>
                  </a:cubicBezTo>
                  <a:cubicBezTo>
                    <a:pt x="35" y="97"/>
                    <a:pt x="15" y="40"/>
                    <a:pt x="95" y="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6" name=""/>
            <p:cNvSpPr/>
            <p:nvPr/>
          </p:nvSpPr>
          <p:spPr>
            <a:xfrm>
              <a:off x="3001680" y="4970520"/>
              <a:ext cx="102240" cy="125640"/>
            </a:xfrm>
            <a:custGeom>
              <a:avLst/>
              <a:gdLst>
                <a:gd name="textAreaLeft" fmla="*/ 0 w 102240"/>
                <a:gd name="textAreaRight" fmla="*/ 102960 w 102240"/>
                <a:gd name="textAreaTop" fmla="*/ 0 h 125640"/>
                <a:gd name="textAreaBottom" fmla="*/ 126360 h 125640"/>
              </a:gdLst>
              <a:ahLst/>
              <a:cxnLst/>
              <a:rect l="textAreaLeft" t="textAreaTop" r="textAreaRight" b="textAreaBottom"/>
              <a:pathLst>
                <a:path w="286" h="351">
                  <a:moveTo>
                    <a:pt x="34" y="57"/>
                  </a:moveTo>
                  <a:cubicBezTo>
                    <a:pt x="47" y="41"/>
                    <a:pt x="59" y="29"/>
                    <a:pt x="74" y="20"/>
                  </a:cubicBezTo>
                  <a:cubicBezTo>
                    <a:pt x="80" y="14"/>
                    <a:pt x="90" y="10"/>
                    <a:pt x="99" y="7"/>
                  </a:cubicBezTo>
                  <a:cubicBezTo>
                    <a:pt x="108" y="4"/>
                    <a:pt x="117" y="1"/>
                    <a:pt x="127" y="1"/>
                  </a:cubicBezTo>
                  <a:cubicBezTo>
                    <a:pt x="164" y="-5"/>
                    <a:pt x="200" y="14"/>
                    <a:pt x="225" y="38"/>
                  </a:cubicBezTo>
                  <a:cubicBezTo>
                    <a:pt x="250" y="63"/>
                    <a:pt x="270" y="98"/>
                    <a:pt x="280" y="134"/>
                  </a:cubicBezTo>
                  <a:cubicBezTo>
                    <a:pt x="289" y="171"/>
                    <a:pt x="287" y="210"/>
                    <a:pt x="277" y="247"/>
                  </a:cubicBezTo>
                  <a:cubicBezTo>
                    <a:pt x="274" y="266"/>
                    <a:pt x="268" y="284"/>
                    <a:pt x="259" y="300"/>
                  </a:cubicBezTo>
                  <a:cubicBezTo>
                    <a:pt x="258" y="302"/>
                    <a:pt x="257" y="304"/>
                    <a:pt x="256" y="306"/>
                  </a:cubicBezTo>
                  <a:cubicBezTo>
                    <a:pt x="256" y="309"/>
                    <a:pt x="256" y="312"/>
                    <a:pt x="256" y="315"/>
                  </a:cubicBezTo>
                  <a:cubicBezTo>
                    <a:pt x="255" y="316"/>
                    <a:pt x="254" y="317"/>
                    <a:pt x="253" y="318"/>
                  </a:cubicBezTo>
                  <a:cubicBezTo>
                    <a:pt x="250" y="321"/>
                    <a:pt x="247" y="324"/>
                    <a:pt x="240" y="327"/>
                  </a:cubicBezTo>
                  <a:cubicBezTo>
                    <a:pt x="231" y="334"/>
                    <a:pt x="225" y="337"/>
                    <a:pt x="216" y="340"/>
                  </a:cubicBezTo>
                  <a:cubicBezTo>
                    <a:pt x="182" y="352"/>
                    <a:pt x="148" y="352"/>
                    <a:pt x="114" y="349"/>
                  </a:cubicBezTo>
                  <a:cubicBezTo>
                    <a:pt x="80" y="343"/>
                    <a:pt x="50" y="334"/>
                    <a:pt x="19" y="318"/>
                  </a:cubicBezTo>
                  <a:cubicBezTo>
                    <a:pt x="50" y="324"/>
                    <a:pt x="83" y="334"/>
                    <a:pt x="114" y="334"/>
                  </a:cubicBezTo>
                  <a:cubicBezTo>
                    <a:pt x="144" y="334"/>
                    <a:pt x="179" y="330"/>
                    <a:pt x="207" y="318"/>
                  </a:cubicBezTo>
                  <a:cubicBezTo>
                    <a:pt x="213" y="315"/>
                    <a:pt x="219" y="312"/>
                    <a:pt x="225" y="306"/>
                  </a:cubicBezTo>
                  <a:cubicBezTo>
                    <a:pt x="228" y="303"/>
                    <a:pt x="231" y="303"/>
                    <a:pt x="231" y="300"/>
                  </a:cubicBezTo>
                  <a:cubicBezTo>
                    <a:pt x="232" y="298"/>
                    <a:pt x="233" y="296"/>
                    <a:pt x="234" y="294"/>
                  </a:cubicBezTo>
                  <a:cubicBezTo>
                    <a:pt x="240" y="278"/>
                    <a:pt x="244" y="263"/>
                    <a:pt x="250" y="247"/>
                  </a:cubicBezTo>
                  <a:cubicBezTo>
                    <a:pt x="256" y="214"/>
                    <a:pt x="259" y="180"/>
                    <a:pt x="250" y="149"/>
                  </a:cubicBezTo>
                  <a:cubicBezTo>
                    <a:pt x="244" y="118"/>
                    <a:pt x="225" y="90"/>
                    <a:pt x="204" y="69"/>
                  </a:cubicBezTo>
                  <a:cubicBezTo>
                    <a:pt x="182" y="47"/>
                    <a:pt x="154" y="32"/>
                    <a:pt x="127" y="35"/>
                  </a:cubicBezTo>
                  <a:cubicBezTo>
                    <a:pt x="120" y="35"/>
                    <a:pt x="111" y="35"/>
                    <a:pt x="105" y="38"/>
                  </a:cubicBezTo>
                  <a:cubicBezTo>
                    <a:pt x="99" y="41"/>
                    <a:pt x="90" y="41"/>
                    <a:pt x="84" y="44"/>
                  </a:cubicBezTo>
                  <a:cubicBezTo>
                    <a:pt x="68" y="50"/>
                    <a:pt x="56" y="60"/>
                    <a:pt x="47" y="72"/>
                  </a:cubicBezTo>
                  <a:cubicBezTo>
                    <a:pt x="25" y="90"/>
                    <a:pt x="10" y="121"/>
                    <a:pt x="0" y="158"/>
                  </a:cubicBezTo>
                  <a:cubicBezTo>
                    <a:pt x="0" y="121"/>
                    <a:pt x="13" y="87"/>
                    <a:pt x="34" y="5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7" name=""/>
            <p:cNvSpPr/>
            <p:nvPr/>
          </p:nvSpPr>
          <p:spPr>
            <a:xfrm>
              <a:off x="3015000" y="5004720"/>
              <a:ext cx="56880" cy="69840"/>
            </a:xfrm>
            <a:custGeom>
              <a:avLst/>
              <a:gdLst>
                <a:gd name="textAreaLeft" fmla="*/ 0 w 56880"/>
                <a:gd name="textAreaRight" fmla="*/ 57600 w 56880"/>
                <a:gd name="textAreaTop" fmla="*/ 0 h 69840"/>
                <a:gd name="textAreaBottom" fmla="*/ 70560 h 69840"/>
              </a:gdLst>
              <a:ahLst/>
              <a:cxnLst/>
              <a:rect l="textAreaLeft" t="textAreaTop" r="textAreaRight" b="textAreaBottom"/>
              <a:pathLst>
                <a:path w="160" h="196">
                  <a:moveTo>
                    <a:pt x="160" y="98"/>
                  </a:moveTo>
                  <a:cubicBezTo>
                    <a:pt x="160" y="115"/>
                    <a:pt x="157" y="132"/>
                    <a:pt x="150" y="147"/>
                  </a:cubicBezTo>
                  <a:cubicBezTo>
                    <a:pt x="143" y="162"/>
                    <a:pt x="132" y="174"/>
                    <a:pt x="120" y="183"/>
                  </a:cubicBezTo>
                  <a:cubicBezTo>
                    <a:pt x="107" y="191"/>
                    <a:pt x="94" y="196"/>
                    <a:pt x="80" y="196"/>
                  </a:cubicBezTo>
                  <a:cubicBezTo>
                    <a:pt x="66" y="196"/>
                    <a:pt x="52" y="191"/>
                    <a:pt x="40" y="183"/>
                  </a:cubicBezTo>
                  <a:cubicBezTo>
                    <a:pt x="27" y="174"/>
                    <a:pt x="18" y="162"/>
                    <a:pt x="11" y="147"/>
                  </a:cubicBezTo>
                  <a:cubicBezTo>
                    <a:pt x="4" y="132"/>
                    <a:pt x="0" y="115"/>
                    <a:pt x="0" y="98"/>
                  </a:cubicBezTo>
                  <a:cubicBezTo>
                    <a:pt x="0" y="81"/>
                    <a:pt x="4" y="64"/>
                    <a:pt x="11" y="49"/>
                  </a:cubicBezTo>
                  <a:cubicBezTo>
                    <a:pt x="18" y="34"/>
                    <a:pt x="27" y="21"/>
                    <a:pt x="40" y="13"/>
                  </a:cubicBezTo>
                  <a:cubicBezTo>
                    <a:pt x="52" y="4"/>
                    <a:pt x="66" y="0"/>
                    <a:pt x="80" y="0"/>
                  </a:cubicBezTo>
                  <a:cubicBezTo>
                    <a:pt x="94" y="0"/>
                    <a:pt x="107" y="4"/>
                    <a:pt x="120" y="13"/>
                  </a:cubicBezTo>
                  <a:cubicBezTo>
                    <a:pt x="132" y="21"/>
                    <a:pt x="143" y="34"/>
                    <a:pt x="150" y="49"/>
                  </a:cubicBezTo>
                  <a:cubicBezTo>
                    <a:pt x="157" y="64"/>
                    <a:pt x="160" y="81"/>
                    <a:pt x="160" y="9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8" name=""/>
            <p:cNvSpPr/>
            <p:nvPr/>
          </p:nvSpPr>
          <p:spPr>
            <a:xfrm>
              <a:off x="2812680" y="4977000"/>
              <a:ext cx="96480" cy="116280"/>
            </a:xfrm>
            <a:custGeom>
              <a:avLst/>
              <a:gdLst>
                <a:gd name="textAreaLeft" fmla="*/ 0 w 96480"/>
                <a:gd name="textAreaRight" fmla="*/ 97200 w 96480"/>
                <a:gd name="textAreaTop" fmla="*/ 0 h 116280"/>
                <a:gd name="textAreaBottom" fmla="*/ 117000 h 116280"/>
              </a:gdLst>
              <a:ahLst/>
              <a:cxnLst/>
              <a:rect l="textAreaLeft" t="textAreaTop" r="textAreaRight" b="textAreaBottom"/>
              <a:pathLst>
                <a:path w="270" h="325">
                  <a:moveTo>
                    <a:pt x="178" y="9"/>
                  </a:moveTo>
                  <a:cubicBezTo>
                    <a:pt x="86" y="-28"/>
                    <a:pt x="25" y="61"/>
                    <a:pt x="10" y="110"/>
                  </a:cubicBezTo>
                  <a:cubicBezTo>
                    <a:pt x="-15" y="184"/>
                    <a:pt x="15" y="267"/>
                    <a:pt x="25" y="286"/>
                  </a:cubicBezTo>
                  <a:cubicBezTo>
                    <a:pt x="30" y="298"/>
                    <a:pt x="99" y="357"/>
                    <a:pt x="249" y="301"/>
                  </a:cubicBezTo>
                  <a:cubicBezTo>
                    <a:pt x="245" y="301"/>
                    <a:pt x="282" y="218"/>
                    <a:pt x="267" y="141"/>
                  </a:cubicBezTo>
                  <a:cubicBezTo>
                    <a:pt x="238" y="97"/>
                    <a:pt x="258" y="40"/>
                    <a:pt x="178" y="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9" name=""/>
            <p:cNvSpPr/>
            <p:nvPr/>
          </p:nvSpPr>
          <p:spPr>
            <a:xfrm>
              <a:off x="2805840" y="4971600"/>
              <a:ext cx="102600" cy="123840"/>
            </a:xfrm>
            <a:custGeom>
              <a:avLst/>
              <a:gdLst>
                <a:gd name="textAreaLeft" fmla="*/ 0 w 102600"/>
                <a:gd name="textAreaRight" fmla="*/ 103320 w 102600"/>
                <a:gd name="textAreaTop" fmla="*/ 0 h 123840"/>
                <a:gd name="textAreaBottom" fmla="*/ 124560 h 123840"/>
              </a:gdLst>
              <a:ahLst/>
              <a:cxnLst/>
              <a:rect l="textAreaLeft" t="textAreaTop" r="textAreaRight" b="textAreaBottom"/>
              <a:pathLst>
                <a:path w="287" h="346">
                  <a:moveTo>
                    <a:pt x="241" y="66"/>
                  </a:moveTo>
                  <a:cubicBezTo>
                    <a:pt x="229" y="54"/>
                    <a:pt x="216" y="44"/>
                    <a:pt x="204" y="38"/>
                  </a:cubicBezTo>
                  <a:cubicBezTo>
                    <a:pt x="198" y="35"/>
                    <a:pt x="189" y="32"/>
                    <a:pt x="182" y="32"/>
                  </a:cubicBezTo>
                  <a:cubicBezTo>
                    <a:pt x="176" y="29"/>
                    <a:pt x="167" y="29"/>
                    <a:pt x="161" y="29"/>
                  </a:cubicBezTo>
                  <a:cubicBezTo>
                    <a:pt x="133" y="29"/>
                    <a:pt x="102" y="41"/>
                    <a:pt x="84" y="63"/>
                  </a:cubicBezTo>
                  <a:cubicBezTo>
                    <a:pt x="62" y="84"/>
                    <a:pt x="44" y="115"/>
                    <a:pt x="38" y="143"/>
                  </a:cubicBezTo>
                  <a:cubicBezTo>
                    <a:pt x="32" y="174"/>
                    <a:pt x="32" y="207"/>
                    <a:pt x="38" y="241"/>
                  </a:cubicBezTo>
                  <a:cubicBezTo>
                    <a:pt x="41" y="257"/>
                    <a:pt x="47" y="275"/>
                    <a:pt x="53" y="287"/>
                  </a:cubicBezTo>
                  <a:cubicBezTo>
                    <a:pt x="54" y="289"/>
                    <a:pt x="55" y="292"/>
                    <a:pt x="56" y="294"/>
                  </a:cubicBezTo>
                  <a:cubicBezTo>
                    <a:pt x="59" y="297"/>
                    <a:pt x="62" y="297"/>
                    <a:pt x="62" y="300"/>
                  </a:cubicBezTo>
                  <a:cubicBezTo>
                    <a:pt x="69" y="303"/>
                    <a:pt x="75" y="309"/>
                    <a:pt x="81" y="312"/>
                  </a:cubicBezTo>
                  <a:cubicBezTo>
                    <a:pt x="109" y="324"/>
                    <a:pt x="139" y="331"/>
                    <a:pt x="173" y="327"/>
                  </a:cubicBezTo>
                  <a:cubicBezTo>
                    <a:pt x="204" y="327"/>
                    <a:pt x="238" y="321"/>
                    <a:pt x="269" y="312"/>
                  </a:cubicBezTo>
                  <a:cubicBezTo>
                    <a:pt x="238" y="327"/>
                    <a:pt x="207" y="337"/>
                    <a:pt x="173" y="343"/>
                  </a:cubicBezTo>
                  <a:cubicBezTo>
                    <a:pt x="139" y="349"/>
                    <a:pt x="105" y="346"/>
                    <a:pt x="72" y="334"/>
                  </a:cubicBezTo>
                  <a:cubicBezTo>
                    <a:pt x="62" y="331"/>
                    <a:pt x="56" y="327"/>
                    <a:pt x="47" y="321"/>
                  </a:cubicBezTo>
                  <a:cubicBezTo>
                    <a:pt x="44" y="318"/>
                    <a:pt x="38" y="315"/>
                    <a:pt x="35" y="312"/>
                  </a:cubicBezTo>
                  <a:cubicBezTo>
                    <a:pt x="34" y="311"/>
                    <a:pt x="33" y="310"/>
                    <a:pt x="32" y="309"/>
                  </a:cubicBezTo>
                  <a:cubicBezTo>
                    <a:pt x="31" y="308"/>
                    <a:pt x="30" y="307"/>
                    <a:pt x="29" y="306"/>
                  </a:cubicBezTo>
                  <a:cubicBezTo>
                    <a:pt x="29" y="305"/>
                    <a:pt x="29" y="304"/>
                    <a:pt x="29" y="303"/>
                  </a:cubicBezTo>
                  <a:cubicBezTo>
                    <a:pt x="28" y="302"/>
                    <a:pt x="27" y="301"/>
                    <a:pt x="25" y="300"/>
                  </a:cubicBezTo>
                  <a:cubicBezTo>
                    <a:pt x="19" y="281"/>
                    <a:pt x="13" y="266"/>
                    <a:pt x="7" y="247"/>
                  </a:cubicBezTo>
                  <a:cubicBezTo>
                    <a:pt x="-2" y="211"/>
                    <a:pt x="-2" y="174"/>
                    <a:pt x="4" y="134"/>
                  </a:cubicBezTo>
                  <a:cubicBezTo>
                    <a:pt x="13" y="97"/>
                    <a:pt x="35" y="63"/>
                    <a:pt x="59" y="38"/>
                  </a:cubicBezTo>
                  <a:cubicBezTo>
                    <a:pt x="87" y="14"/>
                    <a:pt x="121" y="-5"/>
                    <a:pt x="158" y="1"/>
                  </a:cubicBezTo>
                  <a:cubicBezTo>
                    <a:pt x="167" y="1"/>
                    <a:pt x="176" y="4"/>
                    <a:pt x="185" y="7"/>
                  </a:cubicBezTo>
                  <a:cubicBezTo>
                    <a:pt x="195" y="11"/>
                    <a:pt x="201" y="14"/>
                    <a:pt x="210" y="20"/>
                  </a:cubicBezTo>
                  <a:cubicBezTo>
                    <a:pt x="225" y="29"/>
                    <a:pt x="238" y="41"/>
                    <a:pt x="250" y="57"/>
                  </a:cubicBezTo>
                  <a:cubicBezTo>
                    <a:pt x="272" y="81"/>
                    <a:pt x="284" y="118"/>
                    <a:pt x="287" y="155"/>
                  </a:cubicBezTo>
                  <a:cubicBezTo>
                    <a:pt x="278" y="121"/>
                    <a:pt x="265" y="87"/>
                    <a:pt x="241" y="6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20" name=""/>
            <p:cNvSpPr/>
            <p:nvPr/>
          </p:nvSpPr>
          <p:spPr>
            <a:xfrm>
              <a:off x="2837160" y="5004720"/>
              <a:ext cx="56880" cy="69840"/>
            </a:xfrm>
            <a:custGeom>
              <a:avLst/>
              <a:gdLst>
                <a:gd name="textAreaLeft" fmla="*/ 0 w 56880"/>
                <a:gd name="textAreaRight" fmla="*/ 57600 w 56880"/>
                <a:gd name="textAreaTop" fmla="*/ 0 h 69840"/>
                <a:gd name="textAreaBottom" fmla="*/ 70560 h 69840"/>
              </a:gdLst>
              <a:ahLst/>
              <a:cxnLst/>
              <a:rect l="textAreaLeft" t="textAreaTop" r="textAreaRight" b="textAreaBottom"/>
              <a:pathLst>
                <a:path w="160" h="196">
                  <a:moveTo>
                    <a:pt x="160" y="98"/>
                  </a:moveTo>
                  <a:cubicBezTo>
                    <a:pt x="160" y="115"/>
                    <a:pt x="156" y="132"/>
                    <a:pt x="149" y="147"/>
                  </a:cubicBezTo>
                  <a:cubicBezTo>
                    <a:pt x="142" y="162"/>
                    <a:pt x="132" y="174"/>
                    <a:pt x="120" y="183"/>
                  </a:cubicBezTo>
                  <a:cubicBezTo>
                    <a:pt x="108" y="191"/>
                    <a:pt x="94" y="196"/>
                    <a:pt x="80" y="196"/>
                  </a:cubicBezTo>
                  <a:cubicBezTo>
                    <a:pt x="66" y="196"/>
                    <a:pt x="52" y="191"/>
                    <a:pt x="40" y="183"/>
                  </a:cubicBezTo>
                  <a:cubicBezTo>
                    <a:pt x="28" y="174"/>
                    <a:pt x="18" y="162"/>
                    <a:pt x="11" y="147"/>
                  </a:cubicBezTo>
                  <a:cubicBezTo>
                    <a:pt x="4" y="132"/>
                    <a:pt x="0" y="115"/>
                    <a:pt x="0" y="98"/>
                  </a:cubicBezTo>
                  <a:cubicBezTo>
                    <a:pt x="0" y="81"/>
                    <a:pt x="4" y="64"/>
                    <a:pt x="11" y="49"/>
                  </a:cubicBezTo>
                  <a:cubicBezTo>
                    <a:pt x="18" y="34"/>
                    <a:pt x="28" y="21"/>
                    <a:pt x="40" y="13"/>
                  </a:cubicBezTo>
                  <a:cubicBezTo>
                    <a:pt x="52" y="4"/>
                    <a:pt x="66" y="0"/>
                    <a:pt x="80" y="0"/>
                  </a:cubicBezTo>
                  <a:cubicBezTo>
                    <a:pt x="94" y="0"/>
                    <a:pt x="108" y="4"/>
                    <a:pt x="120" y="13"/>
                  </a:cubicBezTo>
                  <a:cubicBezTo>
                    <a:pt x="132" y="21"/>
                    <a:pt x="142" y="34"/>
                    <a:pt x="149" y="49"/>
                  </a:cubicBezTo>
                  <a:cubicBezTo>
                    <a:pt x="156" y="64"/>
                    <a:pt x="160" y="81"/>
                    <a:pt x="160" y="9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21" name=""/>
            <p:cNvSpPr/>
            <p:nvPr/>
          </p:nvSpPr>
          <p:spPr>
            <a:xfrm>
              <a:off x="2925720" y="5129280"/>
              <a:ext cx="57960" cy="48240"/>
            </a:xfrm>
            <a:custGeom>
              <a:avLst/>
              <a:gdLst>
                <a:gd name="textAreaLeft" fmla="*/ 0 w 57960"/>
                <a:gd name="textAreaRight" fmla="*/ 58680 w 57960"/>
                <a:gd name="textAreaTop" fmla="*/ 0 h 48240"/>
                <a:gd name="textAreaBottom" fmla="*/ 48960 h 48240"/>
              </a:gdLst>
              <a:ahLst/>
              <a:cxnLst/>
              <a:rect l="textAreaLeft" t="textAreaTop" r="textAreaRight" b="textAreaBottom"/>
              <a:pathLst>
                <a:path w="163" h="136">
                  <a:moveTo>
                    <a:pt x="0" y="0"/>
                  </a:moveTo>
                  <a:cubicBezTo>
                    <a:pt x="54" y="0"/>
                    <a:pt x="109" y="0"/>
                    <a:pt x="163" y="0"/>
                  </a:cubicBezTo>
                  <a:cubicBezTo>
                    <a:pt x="163" y="45"/>
                    <a:pt x="163" y="91"/>
                    <a:pt x="163" y="136"/>
                  </a:cubicBezTo>
                  <a:cubicBezTo>
                    <a:pt x="109" y="136"/>
                    <a:pt x="54" y="136"/>
                    <a:pt x="0" y="136"/>
                  </a:cubicBezTo>
                  <a:cubicBezTo>
                    <a:pt x="0" y="91"/>
                    <a:pt x="0" y="45"/>
                    <a:pt x="0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22" name=""/>
            <p:cNvSpPr/>
            <p:nvPr/>
          </p:nvSpPr>
          <p:spPr>
            <a:xfrm>
              <a:off x="2843640" y="5088240"/>
              <a:ext cx="221040" cy="78480"/>
            </a:xfrm>
            <a:custGeom>
              <a:avLst/>
              <a:gdLst>
                <a:gd name="textAreaLeft" fmla="*/ 0 w 221040"/>
                <a:gd name="textAreaRight" fmla="*/ 221760 w 221040"/>
                <a:gd name="textAreaTop" fmla="*/ 0 h 78480"/>
                <a:gd name="textAreaBottom" fmla="*/ 79200 h 78480"/>
              </a:gdLst>
              <a:ahLst/>
              <a:cxnLst/>
              <a:rect l="textAreaLeft" t="textAreaTop" r="textAreaRight" b="textAreaBottom"/>
              <a:pathLst>
                <a:path w="616" h="220">
                  <a:moveTo>
                    <a:pt x="465" y="188"/>
                  </a:moveTo>
                  <a:cubicBezTo>
                    <a:pt x="434" y="185"/>
                    <a:pt x="404" y="178"/>
                    <a:pt x="379" y="163"/>
                  </a:cubicBezTo>
                  <a:cubicBezTo>
                    <a:pt x="354" y="147"/>
                    <a:pt x="336" y="127"/>
                    <a:pt x="333" y="105"/>
                  </a:cubicBezTo>
                  <a:cubicBezTo>
                    <a:pt x="326" y="70"/>
                    <a:pt x="318" y="35"/>
                    <a:pt x="311" y="0"/>
                  </a:cubicBezTo>
                  <a:cubicBezTo>
                    <a:pt x="304" y="35"/>
                    <a:pt x="297" y="70"/>
                    <a:pt x="290" y="105"/>
                  </a:cubicBezTo>
                  <a:cubicBezTo>
                    <a:pt x="284" y="130"/>
                    <a:pt x="268" y="147"/>
                    <a:pt x="244" y="163"/>
                  </a:cubicBezTo>
                  <a:cubicBezTo>
                    <a:pt x="219" y="178"/>
                    <a:pt x="188" y="188"/>
                    <a:pt x="157" y="188"/>
                  </a:cubicBezTo>
                  <a:cubicBezTo>
                    <a:pt x="124" y="188"/>
                    <a:pt x="93" y="185"/>
                    <a:pt x="65" y="170"/>
                  </a:cubicBezTo>
                  <a:cubicBezTo>
                    <a:pt x="37" y="157"/>
                    <a:pt x="13" y="136"/>
                    <a:pt x="0" y="108"/>
                  </a:cubicBezTo>
                  <a:cubicBezTo>
                    <a:pt x="4" y="139"/>
                    <a:pt x="22" y="167"/>
                    <a:pt x="50" y="185"/>
                  </a:cubicBezTo>
                  <a:cubicBezTo>
                    <a:pt x="77" y="203"/>
                    <a:pt x="117" y="216"/>
                    <a:pt x="154" y="219"/>
                  </a:cubicBezTo>
                  <a:cubicBezTo>
                    <a:pt x="194" y="222"/>
                    <a:pt x="231" y="213"/>
                    <a:pt x="265" y="194"/>
                  </a:cubicBezTo>
                  <a:cubicBezTo>
                    <a:pt x="284" y="185"/>
                    <a:pt x="296" y="173"/>
                    <a:pt x="308" y="157"/>
                  </a:cubicBezTo>
                  <a:cubicBezTo>
                    <a:pt x="320" y="173"/>
                    <a:pt x="336" y="185"/>
                    <a:pt x="351" y="194"/>
                  </a:cubicBezTo>
                  <a:cubicBezTo>
                    <a:pt x="385" y="213"/>
                    <a:pt x="425" y="222"/>
                    <a:pt x="462" y="219"/>
                  </a:cubicBezTo>
                  <a:cubicBezTo>
                    <a:pt x="499" y="219"/>
                    <a:pt x="539" y="207"/>
                    <a:pt x="567" y="185"/>
                  </a:cubicBezTo>
                  <a:cubicBezTo>
                    <a:pt x="594" y="167"/>
                    <a:pt x="616" y="136"/>
                    <a:pt x="616" y="108"/>
                  </a:cubicBezTo>
                  <a:cubicBezTo>
                    <a:pt x="610" y="133"/>
                    <a:pt x="585" y="154"/>
                    <a:pt x="557" y="170"/>
                  </a:cubicBezTo>
                  <a:cubicBezTo>
                    <a:pt x="530" y="182"/>
                    <a:pt x="496" y="188"/>
                    <a:pt x="465" y="18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23" name=""/>
            <p:cNvSpPr/>
            <p:nvPr/>
          </p:nvSpPr>
          <p:spPr>
            <a:xfrm>
              <a:off x="2912040" y="5073840"/>
              <a:ext cx="83880" cy="39240"/>
            </a:xfrm>
            <a:custGeom>
              <a:avLst/>
              <a:gdLst>
                <a:gd name="textAreaLeft" fmla="*/ 0 w 83880"/>
                <a:gd name="textAreaRight" fmla="*/ 84600 w 83880"/>
                <a:gd name="textAreaTop" fmla="*/ 0 h 39240"/>
                <a:gd name="textAreaBottom" fmla="*/ 39960 h 39240"/>
              </a:gdLst>
              <a:ahLst/>
              <a:cxnLst/>
              <a:rect l="textAreaLeft" t="textAreaTop" r="textAreaRight" b="textAreaBottom"/>
              <a:pathLst>
                <a:path w="235" h="111">
                  <a:moveTo>
                    <a:pt x="117" y="0"/>
                  </a:moveTo>
                  <a:cubicBezTo>
                    <a:pt x="96" y="0"/>
                    <a:pt x="31" y="0"/>
                    <a:pt x="6" y="19"/>
                  </a:cubicBezTo>
                  <a:cubicBezTo>
                    <a:pt x="-9" y="31"/>
                    <a:pt x="3" y="62"/>
                    <a:pt x="43" y="90"/>
                  </a:cubicBezTo>
                  <a:cubicBezTo>
                    <a:pt x="71" y="108"/>
                    <a:pt x="96" y="111"/>
                    <a:pt x="114" y="111"/>
                  </a:cubicBezTo>
                  <a:cubicBezTo>
                    <a:pt x="136" y="111"/>
                    <a:pt x="160" y="105"/>
                    <a:pt x="185" y="90"/>
                  </a:cubicBezTo>
                  <a:cubicBezTo>
                    <a:pt x="234" y="62"/>
                    <a:pt x="243" y="31"/>
                    <a:pt x="228" y="19"/>
                  </a:cubicBezTo>
                  <a:cubicBezTo>
                    <a:pt x="206" y="0"/>
                    <a:pt x="139" y="0"/>
                    <a:pt x="117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124" name=""/>
          <p:cNvGrpSpPr/>
          <p:nvPr/>
        </p:nvGrpSpPr>
        <p:grpSpPr>
          <a:xfrm>
            <a:off x="1313280" y="4818960"/>
            <a:ext cx="252360" cy="331560"/>
            <a:chOff x="1313280" y="4818960"/>
            <a:chExt cx="252360" cy="331560"/>
          </a:xfrm>
        </p:grpSpPr>
        <p:sp>
          <p:nvSpPr>
            <p:cNvPr id="125" name=""/>
            <p:cNvSpPr/>
            <p:nvPr/>
          </p:nvSpPr>
          <p:spPr>
            <a:xfrm>
              <a:off x="1313280" y="5046480"/>
              <a:ext cx="43560" cy="47880"/>
            </a:xfrm>
            <a:custGeom>
              <a:avLst/>
              <a:gdLst>
                <a:gd name="textAreaLeft" fmla="*/ 0 w 43560"/>
                <a:gd name="textAreaRight" fmla="*/ 44280 w 43560"/>
                <a:gd name="textAreaTop" fmla="*/ 0 h 47880"/>
                <a:gd name="textAreaBottom" fmla="*/ 48600 h 47880"/>
              </a:gdLst>
              <a:ahLst/>
              <a:cxnLst/>
              <a:rect l="textAreaLeft" t="textAreaTop" r="textAreaRight" b="textAreaBottom"/>
              <a:pathLst>
                <a:path w="123" h="135">
                  <a:moveTo>
                    <a:pt x="0" y="67"/>
                  </a:moveTo>
                  <a:cubicBezTo>
                    <a:pt x="0" y="79"/>
                    <a:pt x="3" y="90"/>
                    <a:pt x="8" y="101"/>
                  </a:cubicBezTo>
                  <a:cubicBezTo>
                    <a:pt x="13" y="111"/>
                    <a:pt x="20" y="120"/>
                    <a:pt x="30" y="126"/>
                  </a:cubicBezTo>
                  <a:cubicBezTo>
                    <a:pt x="39" y="132"/>
                    <a:pt x="50" y="135"/>
                    <a:pt x="61" y="135"/>
                  </a:cubicBezTo>
                  <a:cubicBezTo>
                    <a:pt x="72" y="135"/>
                    <a:pt x="83" y="132"/>
                    <a:pt x="92" y="126"/>
                  </a:cubicBezTo>
                  <a:cubicBezTo>
                    <a:pt x="101" y="120"/>
                    <a:pt x="109" y="111"/>
                    <a:pt x="115" y="101"/>
                  </a:cubicBezTo>
                  <a:cubicBezTo>
                    <a:pt x="120" y="90"/>
                    <a:pt x="123" y="79"/>
                    <a:pt x="123" y="67"/>
                  </a:cubicBezTo>
                  <a:cubicBezTo>
                    <a:pt x="123" y="56"/>
                    <a:pt x="120" y="44"/>
                    <a:pt x="115" y="34"/>
                  </a:cubicBezTo>
                  <a:cubicBezTo>
                    <a:pt x="109" y="23"/>
                    <a:pt x="101" y="15"/>
                    <a:pt x="92" y="9"/>
                  </a:cubicBezTo>
                  <a:cubicBezTo>
                    <a:pt x="83" y="3"/>
                    <a:pt x="72" y="0"/>
                    <a:pt x="61" y="0"/>
                  </a:cubicBezTo>
                  <a:cubicBezTo>
                    <a:pt x="50" y="0"/>
                    <a:pt x="39" y="3"/>
                    <a:pt x="30" y="9"/>
                  </a:cubicBezTo>
                  <a:cubicBezTo>
                    <a:pt x="20" y="15"/>
                    <a:pt x="13" y="23"/>
                    <a:pt x="8" y="34"/>
                  </a:cubicBezTo>
                  <a:cubicBezTo>
                    <a:pt x="3" y="44"/>
                    <a:pt x="0" y="56"/>
                    <a:pt x="0" y="6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26" name=""/>
            <p:cNvSpPr/>
            <p:nvPr/>
          </p:nvSpPr>
          <p:spPr>
            <a:xfrm>
              <a:off x="1329120" y="5040720"/>
              <a:ext cx="75960" cy="96120"/>
            </a:xfrm>
            <a:custGeom>
              <a:avLst/>
              <a:gdLst>
                <a:gd name="textAreaLeft" fmla="*/ 0 w 75960"/>
                <a:gd name="textAreaRight" fmla="*/ 76680 w 75960"/>
                <a:gd name="textAreaTop" fmla="*/ 0 h 96120"/>
                <a:gd name="textAreaBottom" fmla="*/ 96840 h 96120"/>
              </a:gdLst>
              <a:ahLst/>
              <a:cxnLst/>
              <a:rect l="textAreaLeft" t="textAreaTop" r="textAreaRight" b="textAreaBottom"/>
              <a:pathLst>
                <a:path w="213" h="269">
                  <a:moveTo>
                    <a:pt x="13" y="227"/>
                  </a:moveTo>
                  <a:cubicBezTo>
                    <a:pt x="-34" y="53"/>
                    <a:pt x="64" y="76"/>
                    <a:pt x="89" y="0"/>
                  </a:cubicBezTo>
                  <a:cubicBezTo>
                    <a:pt x="126" y="18"/>
                    <a:pt x="162" y="36"/>
                    <a:pt x="198" y="54"/>
                  </a:cubicBezTo>
                  <a:cubicBezTo>
                    <a:pt x="198" y="53"/>
                    <a:pt x="232" y="220"/>
                    <a:pt x="199" y="257"/>
                  </a:cubicBezTo>
                  <a:cubicBezTo>
                    <a:pt x="175" y="285"/>
                    <a:pt x="22" y="262"/>
                    <a:pt x="13" y="22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27" name=""/>
            <p:cNvSpPr/>
            <p:nvPr/>
          </p:nvSpPr>
          <p:spPr>
            <a:xfrm>
              <a:off x="1355400" y="5095080"/>
              <a:ext cx="44640" cy="22680"/>
            </a:xfrm>
            <a:custGeom>
              <a:avLst/>
              <a:gdLst>
                <a:gd name="textAreaLeft" fmla="*/ 0 w 44640"/>
                <a:gd name="textAreaRight" fmla="*/ 45360 w 44640"/>
                <a:gd name="textAreaTop" fmla="*/ 0 h 22680"/>
                <a:gd name="textAreaBottom" fmla="*/ 23400 h 22680"/>
              </a:gdLst>
              <a:ahLst/>
              <a:cxnLst/>
              <a:rect l="textAreaLeft" t="textAreaTop" r="textAreaRight" b="textAreaBottom"/>
              <a:pathLst>
                <a:path w="126" h="65">
                  <a:moveTo>
                    <a:pt x="109" y="31"/>
                  </a:moveTo>
                  <a:cubicBezTo>
                    <a:pt x="100" y="22"/>
                    <a:pt x="89" y="13"/>
                    <a:pt x="77" y="9"/>
                  </a:cubicBezTo>
                  <a:cubicBezTo>
                    <a:pt x="52" y="-2"/>
                    <a:pt x="24" y="-2"/>
                    <a:pt x="0" y="7"/>
                  </a:cubicBezTo>
                  <a:cubicBezTo>
                    <a:pt x="26" y="7"/>
                    <a:pt x="49" y="9"/>
                    <a:pt x="72" y="19"/>
                  </a:cubicBezTo>
                  <a:cubicBezTo>
                    <a:pt x="83" y="23"/>
                    <a:pt x="93" y="29"/>
                    <a:pt x="103" y="37"/>
                  </a:cubicBezTo>
                  <a:cubicBezTo>
                    <a:pt x="110" y="45"/>
                    <a:pt x="120" y="54"/>
                    <a:pt x="126" y="65"/>
                  </a:cubicBezTo>
                  <a:cubicBezTo>
                    <a:pt x="124" y="52"/>
                    <a:pt x="118" y="40"/>
                    <a:pt x="109" y="3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28" name=""/>
            <p:cNvSpPr/>
            <p:nvPr/>
          </p:nvSpPr>
          <p:spPr>
            <a:xfrm>
              <a:off x="1391400" y="5033160"/>
              <a:ext cx="64440" cy="117360"/>
            </a:xfrm>
            <a:custGeom>
              <a:avLst/>
              <a:gdLst>
                <a:gd name="textAreaLeft" fmla="*/ 0 w 64440"/>
                <a:gd name="textAreaRight" fmla="*/ 65160 w 64440"/>
                <a:gd name="textAreaTop" fmla="*/ 0 h 117360"/>
                <a:gd name="textAreaBottom" fmla="*/ 118080 h 117360"/>
              </a:gdLst>
              <a:ahLst/>
              <a:cxnLst/>
              <a:rect l="textAreaLeft" t="textAreaTop" r="textAreaRight" b="textAreaBottom"/>
              <a:pathLst>
                <a:path w="181" h="328">
                  <a:moveTo>
                    <a:pt x="37" y="308"/>
                  </a:moveTo>
                  <a:cubicBezTo>
                    <a:pt x="0" y="269"/>
                    <a:pt x="1" y="98"/>
                    <a:pt x="0" y="14"/>
                  </a:cubicBezTo>
                  <a:cubicBezTo>
                    <a:pt x="52" y="9"/>
                    <a:pt x="105" y="5"/>
                    <a:pt x="157" y="0"/>
                  </a:cubicBezTo>
                  <a:cubicBezTo>
                    <a:pt x="158" y="0"/>
                    <a:pt x="201" y="271"/>
                    <a:pt x="170" y="308"/>
                  </a:cubicBezTo>
                  <a:cubicBezTo>
                    <a:pt x="147" y="335"/>
                    <a:pt x="63" y="334"/>
                    <a:pt x="37" y="30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29" name=""/>
            <p:cNvSpPr/>
            <p:nvPr/>
          </p:nvSpPr>
          <p:spPr>
            <a:xfrm>
              <a:off x="1448280" y="5033160"/>
              <a:ext cx="64800" cy="117360"/>
            </a:xfrm>
            <a:custGeom>
              <a:avLst/>
              <a:gdLst>
                <a:gd name="textAreaLeft" fmla="*/ 0 w 64800"/>
                <a:gd name="textAreaRight" fmla="*/ 65520 w 64800"/>
                <a:gd name="textAreaTop" fmla="*/ 0 h 117360"/>
                <a:gd name="textAreaBottom" fmla="*/ 118080 h 117360"/>
              </a:gdLst>
              <a:ahLst/>
              <a:cxnLst/>
              <a:rect l="textAreaLeft" t="textAreaTop" r="textAreaRight" b="textAreaBottom"/>
              <a:pathLst>
                <a:path w="182" h="328">
                  <a:moveTo>
                    <a:pt x="145" y="308"/>
                  </a:moveTo>
                  <a:cubicBezTo>
                    <a:pt x="182" y="269"/>
                    <a:pt x="181" y="98"/>
                    <a:pt x="182" y="14"/>
                  </a:cubicBezTo>
                  <a:cubicBezTo>
                    <a:pt x="130" y="9"/>
                    <a:pt x="78" y="5"/>
                    <a:pt x="25" y="0"/>
                  </a:cubicBezTo>
                  <a:cubicBezTo>
                    <a:pt x="21" y="103"/>
                    <a:pt x="-19" y="271"/>
                    <a:pt x="11" y="308"/>
                  </a:cubicBezTo>
                  <a:cubicBezTo>
                    <a:pt x="34" y="335"/>
                    <a:pt x="119" y="334"/>
                    <a:pt x="145" y="30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0" name=""/>
            <p:cNvSpPr/>
            <p:nvPr/>
          </p:nvSpPr>
          <p:spPr>
            <a:xfrm>
              <a:off x="1450080" y="5096160"/>
              <a:ext cx="3960" cy="47160"/>
            </a:xfrm>
            <a:custGeom>
              <a:avLst/>
              <a:gdLst>
                <a:gd name="textAreaLeft" fmla="*/ 0 w 3960"/>
                <a:gd name="textAreaRight" fmla="*/ 4680 w 3960"/>
                <a:gd name="textAreaTop" fmla="*/ 0 h 47160"/>
                <a:gd name="textAreaBottom" fmla="*/ 47880 h 47160"/>
              </a:gdLst>
              <a:ahLst/>
              <a:cxnLst/>
              <a:rect l="textAreaLeft" t="textAreaTop" r="textAreaRight" b="textAreaBottom"/>
              <a:pathLst>
                <a:path w="13" h="133">
                  <a:moveTo>
                    <a:pt x="13" y="66"/>
                  </a:moveTo>
                  <a:cubicBezTo>
                    <a:pt x="13" y="44"/>
                    <a:pt x="11" y="22"/>
                    <a:pt x="6" y="0"/>
                  </a:cubicBezTo>
                  <a:cubicBezTo>
                    <a:pt x="2" y="22"/>
                    <a:pt x="0" y="45"/>
                    <a:pt x="0" y="66"/>
                  </a:cubicBezTo>
                  <a:cubicBezTo>
                    <a:pt x="2" y="89"/>
                    <a:pt x="2" y="111"/>
                    <a:pt x="6" y="133"/>
                  </a:cubicBezTo>
                  <a:cubicBezTo>
                    <a:pt x="11" y="111"/>
                    <a:pt x="13" y="87"/>
                    <a:pt x="13" y="6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1" name=""/>
            <p:cNvSpPr/>
            <p:nvPr/>
          </p:nvSpPr>
          <p:spPr>
            <a:xfrm>
              <a:off x="1402920" y="5028840"/>
              <a:ext cx="99000" cy="95400"/>
            </a:xfrm>
            <a:custGeom>
              <a:avLst/>
              <a:gdLst>
                <a:gd name="textAreaLeft" fmla="*/ 0 w 99000"/>
                <a:gd name="textAreaRight" fmla="*/ 99720 w 99000"/>
                <a:gd name="textAreaTop" fmla="*/ 0 h 95400"/>
                <a:gd name="textAreaBottom" fmla="*/ 96120 h 95400"/>
              </a:gdLst>
              <a:ahLst/>
              <a:cxnLst/>
              <a:rect l="textAreaLeft" t="textAreaTop" r="textAreaRight" b="textAreaBottom"/>
              <a:pathLst>
                <a:path w="277" h="267">
                  <a:moveTo>
                    <a:pt x="138" y="267"/>
                  </a:moveTo>
                  <a:cubicBezTo>
                    <a:pt x="184" y="220"/>
                    <a:pt x="277" y="195"/>
                    <a:pt x="277" y="126"/>
                  </a:cubicBezTo>
                  <a:cubicBezTo>
                    <a:pt x="277" y="56"/>
                    <a:pt x="215" y="0"/>
                    <a:pt x="138" y="0"/>
                  </a:cubicBezTo>
                  <a:cubicBezTo>
                    <a:pt x="61" y="0"/>
                    <a:pt x="0" y="56"/>
                    <a:pt x="0" y="126"/>
                  </a:cubicBezTo>
                  <a:cubicBezTo>
                    <a:pt x="0" y="195"/>
                    <a:pt x="92" y="220"/>
                    <a:pt x="138" y="26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2" name=""/>
            <p:cNvSpPr/>
            <p:nvPr/>
          </p:nvSpPr>
          <p:spPr>
            <a:xfrm>
              <a:off x="1338480" y="4818960"/>
              <a:ext cx="74520" cy="145080"/>
            </a:xfrm>
            <a:custGeom>
              <a:avLst/>
              <a:gdLst>
                <a:gd name="textAreaLeft" fmla="*/ 0 w 74520"/>
                <a:gd name="textAreaRight" fmla="*/ 75240 w 74520"/>
                <a:gd name="textAreaTop" fmla="*/ 0 h 145080"/>
                <a:gd name="textAreaBottom" fmla="*/ 145800 h 145080"/>
              </a:gdLst>
              <a:ahLst/>
              <a:cxnLst/>
              <a:rect l="textAreaLeft" t="textAreaTop" r="textAreaRight" b="textAreaBottom"/>
              <a:pathLst>
                <a:path w="209" h="405">
                  <a:moveTo>
                    <a:pt x="190" y="177"/>
                  </a:moveTo>
                  <a:cubicBezTo>
                    <a:pt x="198" y="339"/>
                    <a:pt x="203" y="315"/>
                    <a:pt x="209" y="384"/>
                  </a:cubicBezTo>
                  <a:cubicBezTo>
                    <a:pt x="180" y="391"/>
                    <a:pt x="152" y="398"/>
                    <a:pt x="123" y="405"/>
                  </a:cubicBezTo>
                  <a:cubicBezTo>
                    <a:pt x="88" y="343"/>
                    <a:pt x="127" y="390"/>
                    <a:pt x="16" y="220"/>
                  </a:cubicBezTo>
                  <a:cubicBezTo>
                    <a:pt x="-24" y="157"/>
                    <a:pt x="19" y="10"/>
                    <a:pt x="44" y="0"/>
                  </a:cubicBezTo>
                  <a:cubicBezTo>
                    <a:pt x="59" y="-4"/>
                    <a:pt x="187" y="94"/>
                    <a:pt x="190" y="17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3" name=""/>
            <p:cNvSpPr/>
            <p:nvPr/>
          </p:nvSpPr>
          <p:spPr>
            <a:xfrm>
              <a:off x="1353240" y="4848480"/>
              <a:ext cx="53640" cy="114480"/>
            </a:xfrm>
            <a:custGeom>
              <a:avLst/>
              <a:gdLst>
                <a:gd name="textAreaLeft" fmla="*/ 0 w 53640"/>
                <a:gd name="textAreaRight" fmla="*/ 54360 w 53640"/>
                <a:gd name="textAreaTop" fmla="*/ 0 h 114480"/>
                <a:gd name="textAreaBottom" fmla="*/ 115200 h 114480"/>
              </a:gdLst>
              <a:ahLst/>
              <a:cxnLst/>
              <a:rect l="textAreaLeft" t="textAreaTop" r="textAreaRight" b="textAreaBottom"/>
              <a:pathLst>
                <a:path w="151" h="320">
                  <a:moveTo>
                    <a:pt x="112" y="105"/>
                  </a:moveTo>
                  <a:cubicBezTo>
                    <a:pt x="142" y="262"/>
                    <a:pt x="138" y="239"/>
                    <a:pt x="151" y="306"/>
                  </a:cubicBezTo>
                  <a:cubicBezTo>
                    <a:pt x="132" y="311"/>
                    <a:pt x="113" y="315"/>
                    <a:pt x="94" y="320"/>
                  </a:cubicBezTo>
                  <a:cubicBezTo>
                    <a:pt x="67" y="256"/>
                    <a:pt x="94" y="309"/>
                    <a:pt x="11" y="129"/>
                  </a:cubicBezTo>
                  <a:cubicBezTo>
                    <a:pt x="-11" y="83"/>
                    <a:pt x="2" y="8"/>
                    <a:pt x="25" y="0"/>
                  </a:cubicBezTo>
                  <a:cubicBezTo>
                    <a:pt x="40" y="-5"/>
                    <a:pt x="100" y="40"/>
                    <a:pt x="112" y="10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4" name=""/>
            <p:cNvSpPr/>
            <p:nvPr/>
          </p:nvSpPr>
          <p:spPr>
            <a:xfrm>
              <a:off x="1491120" y="4818960"/>
              <a:ext cx="74520" cy="145080"/>
            </a:xfrm>
            <a:custGeom>
              <a:avLst/>
              <a:gdLst>
                <a:gd name="textAreaLeft" fmla="*/ 0 w 74520"/>
                <a:gd name="textAreaRight" fmla="*/ 75240 w 74520"/>
                <a:gd name="textAreaTop" fmla="*/ 0 h 145080"/>
                <a:gd name="textAreaBottom" fmla="*/ 145800 h 145080"/>
              </a:gdLst>
              <a:ahLst/>
              <a:cxnLst/>
              <a:rect l="textAreaLeft" t="textAreaTop" r="textAreaRight" b="textAreaBottom"/>
              <a:pathLst>
                <a:path w="209" h="405">
                  <a:moveTo>
                    <a:pt x="19" y="177"/>
                  </a:moveTo>
                  <a:cubicBezTo>
                    <a:pt x="11" y="339"/>
                    <a:pt x="6" y="315"/>
                    <a:pt x="0" y="384"/>
                  </a:cubicBezTo>
                  <a:cubicBezTo>
                    <a:pt x="29" y="391"/>
                    <a:pt x="57" y="398"/>
                    <a:pt x="86" y="405"/>
                  </a:cubicBezTo>
                  <a:cubicBezTo>
                    <a:pt x="121" y="343"/>
                    <a:pt x="82" y="390"/>
                    <a:pt x="192" y="220"/>
                  </a:cubicBezTo>
                  <a:cubicBezTo>
                    <a:pt x="234" y="157"/>
                    <a:pt x="189" y="10"/>
                    <a:pt x="165" y="0"/>
                  </a:cubicBezTo>
                  <a:cubicBezTo>
                    <a:pt x="149" y="-4"/>
                    <a:pt x="22" y="94"/>
                    <a:pt x="19" y="17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5" name=""/>
            <p:cNvSpPr/>
            <p:nvPr/>
          </p:nvSpPr>
          <p:spPr>
            <a:xfrm>
              <a:off x="1497240" y="4848480"/>
              <a:ext cx="54000" cy="115200"/>
            </a:xfrm>
            <a:custGeom>
              <a:avLst/>
              <a:gdLst>
                <a:gd name="textAreaLeft" fmla="*/ 0 w 54000"/>
                <a:gd name="textAreaRight" fmla="*/ 54720 w 54000"/>
                <a:gd name="textAreaTop" fmla="*/ 0 h 115200"/>
                <a:gd name="textAreaBottom" fmla="*/ 115920 h 115200"/>
              </a:gdLst>
              <a:ahLst/>
              <a:cxnLst/>
              <a:rect l="textAreaLeft" t="textAreaTop" r="textAreaRight" b="textAreaBottom"/>
              <a:pathLst>
                <a:path w="152" h="322">
                  <a:moveTo>
                    <a:pt x="38" y="105"/>
                  </a:moveTo>
                  <a:cubicBezTo>
                    <a:pt x="9" y="262"/>
                    <a:pt x="13" y="239"/>
                    <a:pt x="0" y="306"/>
                  </a:cubicBezTo>
                  <a:cubicBezTo>
                    <a:pt x="18" y="311"/>
                    <a:pt x="37" y="317"/>
                    <a:pt x="55" y="322"/>
                  </a:cubicBezTo>
                  <a:cubicBezTo>
                    <a:pt x="83" y="258"/>
                    <a:pt x="55" y="311"/>
                    <a:pt x="140" y="131"/>
                  </a:cubicBezTo>
                  <a:cubicBezTo>
                    <a:pt x="162" y="83"/>
                    <a:pt x="151" y="8"/>
                    <a:pt x="126" y="0"/>
                  </a:cubicBezTo>
                  <a:cubicBezTo>
                    <a:pt x="111" y="-5"/>
                    <a:pt x="51" y="40"/>
                    <a:pt x="38" y="10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6" name=""/>
            <p:cNvSpPr/>
            <p:nvPr/>
          </p:nvSpPr>
          <p:spPr>
            <a:xfrm>
              <a:off x="1351080" y="4907880"/>
              <a:ext cx="201960" cy="176760"/>
            </a:xfrm>
            <a:custGeom>
              <a:avLst/>
              <a:gdLst>
                <a:gd name="textAreaLeft" fmla="*/ 0 w 201960"/>
                <a:gd name="textAreaRight" fmla="*/ 202680 w 201960"/>
                <a:gd name="textAreaTop" fmla="*/ 0 h 176760"/>
                <a:gd name="textAreaBottom" fmla="*/ 177480 h 176760"/>
              </a:gdLst>
              <a:ahLst/>
              <a:cxnLst/>
              <a:rect l="textAreaLeft" t="textAreaTop" r="textAreaRight" b="textAreaBottom"/>
              <a:pathLst>
                <a:path w="563" h="493">
                  <a:moveTo>
                    <a:pt x="281" y="0"/>
                  </a:moveTo>
                  <a:cubicBezTo>
                    <a:pt x="127" y="0"/>
                    <a:pt x="56" y="66"/>
                    <a:pt x="56" y="158"/>
                  </a:cubicBezTo>
                  <a:cubicBezTo>
                    <a:pt x="56" y="235"/>
                    <a:pt x="-61" y="349"/>
                    <a:pt x="44" y="424"/>
                  </a:cubicBezTo>
                  <a:cubicBezTo>
                    <a:pt x="95" y="461"/>
                    <a:pt x="180" y="493"/>
                    <a:pt x="281" y="493"/>
                  </a:cubicBezTo>
                  <a:cubicBezTo>
                    <a:pt x="383" y="493"/>
                    <a:pt x="469" y="461"/>
                    <a:pt x="520" y="424"/>
                  </a:cubicBezTo>
                  <a:cubicBezTo>
                    <a:pt x="624" y="347"/>
                    <a:pt x="508" y="235"/>
                    <a:pt x="508" y="158"/>
                  </a:cubicBezTo>
                  <a:cubicBezTo>
                    <a:pt x="508" y="66"/>
                    <a:pt x="438" y="0"/>
                    <a:pt x="281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7" name=""/>
            <p:cNvSpPr/>
            <p:nvPr/>
          </p:nvSpPr>
          <p:spPr>
            <a:xfrm>
              <a:off x="1364400" y="4932000"/>
              <a:ext cx="176400" cy="146520"/>
            </a:xfrm>
            <a:custGeom>
              <a:avLst/>
              <a:gdLst>
                <a:gd name="textAreaLeft" fmla="*/ 0 w 176400"/>
                <a:gd name="textAreaRight" fmla="*/ 177120 w 176400"/>
                <a:gd name="textAreaTop" fmla="*/ 0 h 146520"/>
                <a:gd name="textAreaBottom" fmla="*/ 147240 h 146520"/>
              </a:gdLst>
              <a:ahLst/>
              <a:cxnLst/>
              <a:rect l="textAreaLeft" t="textAreaTop" r="textAreaRight" b="textAreaBottom"/>
              <a:pathLst>
                <a:path w="492" h="409">
                  <a:moveTo>
                    <a:pt x="224" y="13"/>
                  </a:moveTo>
                  <a:cubicBezTo>
                    <a:pt x="238" y="-4"/>
                    <a:pt x="251" y="-4"/>
                    <a:pt x="264" y="13"/>
                  </a:cubicBezTo>
                  <a:cubicBezTo>
                    <a:pt x="297" y="55"/>
                    <a:pt x="347" y="144"/>
                    <a:pt x="351" y="218"/>
                  </a:cubicBezTo>
                  <a:cubicBezTo>
                    <a:pt x="409" y="210"/>
                    <a:pt x="475" y="213"/>
                    <a:pt x="489" y="244"/>
                  </a:cubicBezTo>
                  <a:cubicBezTo>
                    <a:pt x="515" y="305"/>
                    <a:pt x="392" y="409"/>
                    <a:pt x="246" y="409"/>
                  </a:cubicBezTo>
                  <a:cubicBezTo>
                    <a:pt x="98" y="409"/>
                    <a:pt x="-22" y="305"/>
                    <a:pt x="4" y="244"/>
                  </a:cubicBezTo>
                  <a:cubicBezTo>
                    <a:pt x="15" y="213"/>
                    <a:pt x="81" y="210"/>
                    <a:pt x="138" y="218"/>
                  </a:cubicBezTo>
                  <a:cubicBezTo>
                    <a:pt x="141" y="144"/>
                    <a:pt x="192" y="55"/>
                    <a:pt x="224" y="1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8" name=""/>
            <p:cNvSpPr/>
            <p:nvPr/>
          </p:nvSpPr>
          <p:spPr>
            <a:xfrm>
              <a:off x="1410840" y="5037120"/>
              <a:ext cx="83160" cy="29520"/>
            </a:xfrm>
            <a:custGeom>
              <a:avLst/>
              <a:gdLst>
                <a:gd name="textAreaLeft" fmla="*/ 0 w 83160"/>
                <a:gd name="textAreaRight" fmla="*/ 83880 w 83160"/>
                <a:gd name="textAreaTop" fmla="*/ 0 h 29520"/>
                <a:gd name="textAreaBottom" fmla="*/ 30240 h 29520"/>
              </a:gdLst>
              <a:ahLst/>
              <a:cxnLst/>
              <a:rect l="textAreaLeft" t="textAreaTop" r="textAreaRight" b="textAreaBottom"/>
              <a:pathLst>
                <a:path w="233" h="84">
                  <a:moveTo>
                    <a:pt x="47" y="30"/>
                  </a:moveTo>
                  <a:cubicBezTo>
                    <a:pt x="64" y="31"/>
                    <a:pt x="83" y="27"/>
                    <a:pt x="96" y="18"/>
                  </a:cubicBezTo>
                  <a:cubicBezTo>
                    <a:pt x="104" y="13"/>
                    <a:pt x="110" y="7"/>
                    <a:pt x="116" y="0"/>
                  </a:cubicBezTo>
                  <a:cubicBezTo>
                    <a:pt x="121" y="7"/>
                    <a:pt x="129" y="13"/>
                    <a:pt x="136" y="18"/>
                  </a:cubicBezTo>
                  <a:cubicBezTo>
                    <a:pt x="152" y="27"/>
                    <a:pt x="169" y="32"/>
                    <a:pt x="186" y="30"/>
                  </a:cubicBezTo>
                  <a:cubicBezTo>
                    <a:pt x="203" y="30"/>
                    <a:pt x="219" y="24"/>
                    <a:pt x="232" y="13"/>
                  </a:cubicBezTo>
                  <a:cubicBezTo>
                    <a:pt x="239" y="7"/>
                    <a:pt x="199" y="84"/>
                    <a:pt x="116" y="84"/>
                  </a:cubicBezTo>
                  <a:cubicBezTo>
                    <a:pt x="33" y="84"/>
                    <a:pt x="-7" y="7"/>
                    <a:pt x="1" y="13"/>
                  </a:cubicBezTo>
                  <a:cubicBezTo>
                    <a:pt x="13" y="23"/>
                    <a:pt x="30" y="28"/>
                    <a:pt x="47" y="3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9" name=""/>
            <p:cNvSpPr/>
            <p:nvPr/>
          </p:nvSpPr>
          <p:spPr>
            <a:xfrm>
              <a:off x="1381320" y="4953600"/>
              <a:ext cx="48240" cy="57600"/>
            </a:xfrm>
            <a:custGeom>
              <a:avLst/>
              <a:gdLst>
                <a:gd name="textAreaLeft" fmla="*/ 0 w 48240"/>
                <a:gd name="textAreaRight" fmla="*/ 48960 w 48240"/>
                <a:gd name="textAreaTop" fmla="*/ 0 h 57600"/>
                <a:gd name="textAreaBottom" fmla="*/ 58320 h 57600"/>
              </a:gdLst>
              <a:ahLst/>
              <a:cxnLst/>
              <a:rect l="textAreaLeft" t="textAreaTop" r="textAreaRight" b="textAreaBottom"/>
              <a:pathLst>
                <a:path w="136" h="162">
                  <a:moveTo>
                    <a:pt x="89" y="5"/>
                  </a:moveTo>
                  <a:cubicBezTo>
                    <a:pt x="43" y="-14"/>
                    <a:pt x="12" y="31"/>
                    <a:pt x="5" y="56"/>
                  </a:cubicBezTo>
                  <a:cubicBezTo>
                    <a:pt x="-8" y="92"/>
                    <a:pt x="8" y="133"/>
                    <a:pt x="12" y="142"/>
                  </a:cubicBezTo>
                  <a:cubicBezTo>
                    <a:pt x="15" y="149"/>
                    <a:pt x="49" y="178"/>
                    <a:pt x="125" y="150"/>
                  </a:cubicBezTo>
                  <a:cubicBezTo>
                    <a:pt x="123" y="150"/>
                    <a:pt x="143" y="109"/>
                    <a:pt x="134" y="70"/>
                  </a:cubicBezTo>
                  <a:cubicBezTo>
                    <a:pt x="119" y="49"/>
                    <a:pt x="129" y="20"/>
                    <a:pt x="89" y="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0" name=""/>
            <p:cNvSpPr/>
            <p:nvPr/>
          </p:nvSpPr>
          <p:spPr>
            <a:xfrm>
              <a:off x="1378080" y="4950720"/>
              <a:ext cx="50760" cy="61920"/>
            </a:xfrm>
            <a:custGeom>
              <a:avLst/>
              <a:gdLst>
                <a:gd name="textAreaLeft" fmla="*/ 0 w 50760"/>
                <a:gd name="textAreaRight" fmla="*/ 51480 w 50760"/>
                <a:gd name="textAreaTop" fmla="*/ 0 h 61920"/>
                <a:gd name="textAreaBottom" fmla="*/ 62640 h 61920"/>
              </a:gdLst>
              <a:ahLst/>
              <a:cxnLst/>
              <a:rect l="textAreaLeft" t="textAreaTop" r="textAreaRight" b="textAreaBottom"/>
              <a:pathLst>
                <a:path w="143" h="174">
                  <a:moveTo>
                    <a:pt x="126" y="28"/>
                  </a:moveTo>
                  <a:cubicBezTo>
                    <a:pt x="120" y="21"/>
                    <a:pt x="114" y="14"/>
                    <a:pt x="106" y="10"/>
                  </a:cubicBezTo>
                  <a:cubicBezTo>
                    <a:pt x="103" y="7"/>
                    <a:pt x="98" y="5"/>
                    <a:pt x="94" y="4"/>
                  </a:cubicBezTo>
                  <a:cubicBezTo>
                    <a:pt x="89" y="2"/>
                    <a:pt x="84" y="1"/>
                    <a:pt x="80" y="1"/>
                  </a:cubicBezTo>
                  <a:cubicBezTo>
                    <a:pt x="61" y="-2"/>
                    <a:pt x="43" y="7"/>
                    <a:pt x="30" y="19"/>
                  </a:cubicBezTo>
                  <a:cubicBezTo>
                    <a:pt x="18" y="31"/>
                    <a:pt x="7" y="48"/>
                    <a:pt x="3" y="67"/>
                  </a:cubicBezTo>
                  <a:cubicBezTo>
                    <a:pt x="-2" y="85"/>
                    <a:pt x="0" y="104"/>
                    <a:pt x="4" y="123"/>
                  </a:cubicBezTo>
                  <a:cubicBezTo>
                    <a:pt x="6" y="132"/>
                    <a:pt x="9" y="141"/>
                    <a:pt x="14" y="149"/>
                  </a:cubicBezTo>
                  <a:cubicBezTo>
                    <a:pt x="14" y="150"/>
                    <a:pt x="14" y="151"/>
                    <a:pt x="15" y="152"/>
                  </a:cubicBezTo>
                  <a:cubicBezTo>
                    <a:pt x="15" y="154"/>
                    <a:pt x="15" y="156"/>
                    <a:pt x="15" y="157"/>
                  </a:cubicBezTo>
                  <a:cubicBezTo>
                    <a:pt x="15" y="158"/>
                    <a:pt x="16" y="158"/>
                    <a:pt x="17" y="158"/>
                  </a:cubicBezTo>
                  <a:cubicBezTo>
                    <a:pt x="18" y="160"/>
                    <a:pt x="20" y="161"/>
                    <a:pt x="23" y="163"/>
                  </a:cubicBezTo>
                  <a:cubicBezTo>
                    <a:pt x="27" y="166"/>
                    <a:pt x="30" y="167"/>
                    <a:pt x="35" y="169"/>
                  </a:cubicBezTo>
                  <a:cubicBezTo>
                    <a:pt x="52" y="175"/>
                    <a:pt x="69" y="175"/>
                    <a:pt x="86" y="173"/>
                  </a:cubicBezTo>
                  <a:cubicBezTo>
                    <a:pt x="103" y="170"/>
                    <a:pt x="118" y="166"/>
                    <a:pt x="134" y="158"/>
                  </a:cubicBezTo>
                  <a:cubicBezTo>
                    <a:pt x="118" y="161"/>
                    <a:pt x="101" y="166"/>
                    <a:pt x="86" y="166"/>
                  </a:cubicBezTo>
                  <a:cubicBezTo>
                    <a:pt x="70" y="166"/>
                    <a:pt x="54" y="164"/>
                    <a:pt x="40" y="158"/>
                  </a:cubicBezTo>
                  <a:cubicBezTo>
                    <a:pt x="37" y="157"/>
                    <a:pt x="34" y="155"/>
                    <a:pt x="30" y="152"/>
                  </a:cubicBezTo>
                  <a:cubicBezTo>
                    <a:pt x="29" y="150"/>
                    <a:pt x="27" y="150"/>
                    <a:pt x="27" y="149"/>
                  </a:cubicBezTo>
                  <a:cubicBezTo>
                    <a:pt x="26" y="148"/>
                    <a:pt x="26" y="147"/>
                    <a:pt x="26" y="146"/>
                  </a:cubicBezTo>
                  <a:cubicBezTo>
                    <a:pt x="23" y="138"/>
                    <a:pt x="21" y="130"/>
                    <a:pt x="18" y="123"/>
                  </a:cubicBezTo>
                  <a:cubicBezTo>
                    <a:pt x="15" y="106"/>
                    <a:pt x="14" y="89"/>
                    <a:pt x="18" y="74"/>
                  </a:cubicBezTo>
                  <a:cubicBezTo>
                    <a:pt x="21" y="59"/>
                    <a:pt x="30" y="45"/>
                    <a:pt x="41" y="34"/>
                  </a:cubicBezTo>
                  <a:cubicBezTo>
                    <a:pt x="52" y="24"/>
                    <a:pt x="66" y="16"/>
                    <a:pt x="80" y="18"/>
                  </a:cubicBezTo>
                  <a:cubicBezTo>
                    <a:pt x="83" y="18"/>
                    <a:pt x="86" y="17"/>
                    <a:pt x="90" y="19"/>
                  </a:cubicBezTo>
                  <a:cubicBezTo>
                    <a:pt x="93" y="20"/>
                    <a:pt x="98" y="21"/>
                    <a:pt x="101" y="22"/>
                  </a:cubicBezTo>
                  <a:cubicBezTo>
                    <a:pt x="109" y="25"/>
                    <a:pt x="115" y="30"/>
                    <a:pt x="120" y="36"/>
                  </a:cubicBezTo>
                  <a:cubicBezTo>
                    <a:pt x="130" y="45"/>
                    <a:pt x="138" y="61"/>
                    <a:pt x="143" y="79"/>
                  </a:cubicBezTo>
                  <a:cubicBezTo>
                    <a:pt x="143" y="61"/>
                    <a:pt x="137" y="44"/>
                    <a:pt x="126" y="2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1" name=""/>
            <p:cNvSpPr/>
            <p:nvPr/>
          </p:nvSpPr>
          <p:spPr>
            <a:xfrm>
              <a:off x="1393920" y="4967640"/>
              <a:ext cx="28080" cy="34560"/>
            </a:xfrm>
            <a:custGeom>
              <a:avLst/>
              <a:gdLst>
                <a:gd name="textAreaLeft" fmla="*/ 0 w 28080"/>
                <a:gd name="textAreaRight" fmla="*/ 28800 w 28080"/>
                <a:gd name="textAreaTop" fmla="*/ 0 h 34560"/>
                <a:gd name="textAreaBottom" fmla="*/ 35280 h 34560"/>
              </a:gdLst>
              <a:ahLst/>
              <a:cxnLst/>
              <a:rect l="textAreaLeft" t="textAreaTop" r="textAreaRight" b="textAreaBottom"/>
              <a:pathLst>
                <a:path w="80" h="98">
                  <a:moveTo>
                    <a:pt x="0" y="49"/>
                  </a:moveTo>
                  <a:cubicBezTo>
                    <a:pt x="0" y="58"/>
                    <a:pt x="2" y="66"/>
                    <a:pt x="6" y="74"/>
                  </a:cubicBezTo>
                  <a:cubicBezTo>
                    <a:pt x="9" y="81"/>
                    <a:pt x="14" y="87"/>
                    <a:pt x="20" y="92"/>
                  </a:cubicBezTo>
                  <a:cubicBezTo>
                    <a:pt x="26" y="96"/>
                    <a:pt x="33" y="98"/>
                    <a:pt x="40" y="98"/>
                  </a:cubicBezTo>
                  <a:cubicBezTo>
                    <a:pt x="47" y="98"/>
                    <a:pt x="54" y="96"/>
                    <a:pt x="60" y="92"/>
                  </a:cubicBezTo>
                  <a:cubicBezTo>
                    <a:pt x="66" y="87"/>
                    <a:pt x="71" y="81"/>
                    <a:pt x="75" y="74"/>
                  </a:cubicBezTo>
                  <a:cubicBezTo>
                    <a:pt x="78" y="66"/>
                    <a:pt x="80" y="58"/>
                    <a:pt x="80" y="49"/>
                  </a:cubicBezTo>
                  <a:cubicBezTo>
                    <a:pt x="80" y="40"/>
                    <a:pt x="78" y="32"/>
                    <a:pt x="75" y="24"/>
                  </a:cubicBezTo>
                  <a:cubicBezTo>
                    <a:pt x="71" y="17"/>
                    <a:pt x="66" y="10"/>
                    <a:pt x="60" y="6"/>
                  </a:cubicBezTo>
                  <a:cubicBezTo>
                    <a:pt x="54" y="1"/>
                    <a:pt x="47" y="0"/>
                    <a:pt x="40" y="0"/>
                  </a:cubicBezTo>
                  <a:cubicBezTo>
                    <a:pt x="33" y="0"/>
                    <a:pt x="26" y="1"/>
                    <a:pt x="20" y="6"/>
                  </a:cubicBezTo>
                  <a:cubicBezTo>
                    <a:pt x="14" y="10"/>
                    <a:pt x="9" y="17"/>
                    <a:pt x="6" y="24"/>
                  </a:cubicBezTo>
                  <a:cubicBezTo>
                    <a:pt x="2" y="32"/>
                    <a:pt x="0" y="40"/>
                    <a:pt x="0" y="4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2" name=""/>
            <p:cNvSpPr/>
            <p:nvPr/>
          </p:nvSpPr>
          <p:spPr>
            <a:xfrm>
              <a:off x="1474920" y="4953600"/>
              <a:ext cx="48240" cy="57600"/>
            </a:xfrm>
            <a:custGeom>
              <a:avLst/>
              <a:gdLst>
                <a:gd name="textAreaLeft" fmla="*/ 0 w 48240"/>
                <a:gd name="textAreaRight" fmla="*/ 48960 w 48240"/>
                <a:gd name="textAreaTop" fmla="*/ 0 h 57600"/>
                <a:gd name="textAreaBottom" fmla="*/ 58320 h 57600"/>
              </a:gdLst>
              <a:ahLst/>
              <a:cxnLst/>
              <a:rect l="textAreaLeft" t="textAreaTop" r="textAreaRight" b="textAreaBottom"/>
              <a:pathLst>
                <a:path w="136" h="162">
                  <a:moveTo>
                    <a:pt x="47" y="5"/>
                  </a:moveTo>
                  <a:cubicBezTo>
                    <a:pt x="93" y="-14"/>
                    <a:pt x="124" y="31"/>
                    <a:pt x="131" y="56"/>
                  </a:cubicBezTo>
                  <a:cubicBezTo>
                    <a:pt x="144" y="92"/>
                    <a:pt x="128" y="134"/>
                    <a:pt x="124" y="142"/>
                  </a:cubicBezTo>
                  <a:cubicBezTo>
                    <a:pt x="120" y="150"/>
                    <a:pt x="87" y="178"/>
                    <a:pt x="11" y="150"/>
                  </a:cubicBezTo>
                  <a:cubicBezTo>
                    <a:pt x="13" y="150"/>
                    <a:pt x="-6" y="109"/>
                    <a:pt x="2" y="70"/>
                  </a:cubicBezTo>
                  <a:cubicBezTo>
                    <a:pt x="17" y="49"/>
                    <a:pt x="7" y="20"/>
                    <a:pt x="47" y="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3" name=""/>
            <p:cNvSpPr/>
            <p:nvPr/>
          </p:nvSpPr>
          <p:spPr>
            <a:xfrm>
              <a:off x="1475640" y="4951080"/>
              <a:ext cx="51120" cy="61200"/>
            </a:xfrm>
            <a:custGeom>
              <a:avLst/>
              <a:gdLst>
                <a:gd name="textAreaLeft" fmla="*/ 0 w 51120"/>
                <a:gd name="textAreaRight" fmla="*/ 51840 w 51120"/>
                <a:gd name="textAreaTop" fmla="*/ 0 h 61200"/>
                <a:gd name="textAreaBottom" fmla="*/ 61920 h 61200"/>
              </a:gdLst>
              <a:ahLst/>
              <a:cxnLst/>
              <a:rect l="textAreaLeft" t="textAreaTop" r="textAreaRight" b="textAreaBottom"/>
              <a:pathLst>
                <a:path w="144" h="172">
                  <a:moveTo>
                    <a:pt x="23" y="33"/>
                  </a:moveTo>
                  <a:cubicBezTo>
                    <a:pt x="29" y="27"/>
                    <a:pt x="35" y="23"/>
                    <a:pt x="42" y="20"/>
                  </a:cubicBezTo>
                  <a:cubicBezTo>
                    <a:pt x="45" y="18"/>
                    <a:pt x="49" y="17"/>
                    <a:pt x="52" y="17"/>
                  </a:cubicBezTo>
                  <a:cubicBezTo>
                    <a:pt x="55" y="15"/>
                    <a:pt x="60" y="15"/>
                    <a:pt x="63" y="15"/>
                  </a:cubicBezTo>
                  <a:cubicBezTo>
                    <a:pt x="77" y="15"/>
                    <a:pt x="92" y="21"/>
                    <a:pt x="102" y="32"/>
                  </a:cubicBezTo>
                  <a:cubicBezTo>
                    <a:pt x="112" y="43"/>
                    <a:pt x="122" y="58"/>
                    <a:pt x="125" y="72"/>
                  </a:cubicBezTo>
                  <a:cubicBezTo>
                    <a:pt x="128" y="86"/>
                    <a:pt x="128" y="103"/>
                    <a:pt x="125" y="120"/>
                  </a:cubicBezTo>
                  <a:cubicBezTo>
                    <a:pt x="123" y="128"/>
                    <a:pt x="120" y="137"/>
                    <a:pt x="117" y="143"/>
                  </a:cubicBezTo>
                  <a:cubicBezTo>
                    <a:pt x="116" y="144"/>
                    <a:pt x="116" y="145"/>
                    <a:pt x="115" y="146"/>
                  </a:cubicBezTo>
                  <a:cubicBezTo>
                    <a:pt x="114" y="148"/>
                    <a:pt x="112" y="148"/>
                    <a:pt x="112" y="149"/>
                  </a:cubicBezTo>
                  <a:cubicBezTo>
                    <a:pt x="109" y="151"/>
                    <a:pt x="106" y="154"/>
                    <a:pt x="103" y="156"/>
                  </a:cubicBezTo>
                  <a:cubicBezTo>
                    <a:pt x="89" y="162"/>
                    <a:pt x="74" y="165"/>
                    <a:pt x="57" y="163"/>
                  </a:cubicBezTo>
                  <a:cubicBezTo>
                    <a:pt x="42" y="163"/>
                    <a:pt x="25" y="160"/>
                    <a:pt x="9" y="156"/>
                  </a:cubicBezTo>
                  <a:cubicBezTo>
                    <a:pt x="25" y="163"/>
                    <a:pt x="40" y="168"/>
                    <a:pt x="57" y="171"/>
                  </a:cubicBezTo>
                  <a:cubicBezTo>
                    <a:pt x="74" y="174"/>
                    <a:pt x="91" y="172"/>
                    <a:pt x="108" y="166"/>
                  </a:cubicBezTo>
                  <a:cubicBezTo>
                    <a:pt x="112" y="165"/>
                    <a:pt x="115" y="163"/>
                    <a:pt x="120" y="160"/>
                  </a:cubicBezTo>
                  <a:cubicBezTo>
                    <a:pt x="122" y="159"/>
                    <a:pt x="125" y="157"/>
                    <a:pt x="126" y="156"/>
                  </a:cubicBezTo>
                  <a:cubicBezTo>
                    <a:pt x="127" y="156"/>
                    <a:pt x="127" y="155"/>
                    <a:pt x="128" y="154"/>
                  </a:cubicBezTo>
                  <a:cubicBezTo>
                    <a:pt x="128" y="154"/>
                    <a:pt x="129" y="153"/>
                    <a:pt x="129" y="152"/>
                  </a:cubicBezTo>
                  <a:lnTo>
                    <a:pt x="129" y="151"/>
                  </a:lnTo>
                  <a:cubicBezTo>
                    <a:pt x="130" y="151"/>
                    <a:pt x="130" y="150"/>
                    <a:pt x="131" y="149"/>
                  </a:cubicBezTo>
                  <a:cubicBezTo>
                    <a:pt x="134" y="140"/>
                    <a:pt x="137" y="132"/>
                    <a:pt x="140" y="123"/>
                  </a:cubicBezTo>
                  <a:cubicBezTo>
                    <a:pt x="145" y="105"/>
                    <a:pt x="145" y="86"/>
                    <a:pt x="142" y="67"/>
                  </a:cubicBezTo>
                  <a:cubicBezTo>
                    <a:pt x="137" y="49"/>
                    <a:pt x="126" y="32"/>
                    <a:pt x="114" y="20"/>
                  </a:cubicBezTo>
                  <a:cubicBezTo>
                    <a:pt x="100" y="7"/>
                    <a:pt x="83" y="-2"/>
                    <a:pt x="65" y="1"/>
                  </a:cubicBezTo>
                  <a:cubicBezTo>
                    <a:pt x="60" y="1"/>
                    <a:pt x="55" y="3"/>
                    <a:pt x="51" y="4"/>
                  </a:cubicBezTo>
                  <a:cubicBezTo>
                    <a:pt x="46" y="6"/>
                    <a:pt x="43" y="7"/>
                    <a:pt x="38" y="10"/>
                  </a:cubicBezTo>
                  <a:cubicBezTo>
                    <a:pt x="31" y="15"/>
                    <a:pt x="25" y="21"/>
                    <a:pt x="18" y="29"/>
                  </a:cubicBezTo>
                  <a:cubicBezTo>
                    <a:pt x="8" y="41"/>
                    <a:pt x="2" y="60"/>
                    <a:pt x="0" y="78"/>
                  </a:cubicBezTo>
                  <a:cubicBezTo>
                    <a:pt x="5" y="61"/>
                    <a:pt x="11" y="44"/>
                    <a:pt x="23" y="3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4" name=""/>
            <p:cNvSpPr/>
            <p:nvPr/>
          </p:nvSpPr>
          <p:spPr>
            <a:xfrm>
              <a:off x="1482840" y="4967640"/>
              <a:ext cx="28080" cy="34560"/>
            </a:xfrm>
            <a:custGeom>
              <a:avLst/>
              <a:gdLst>
                <a:gd name="textAreaLeft" fmla="*/ 0 w 28080"/>
                <a:gd name="textAreaRight" fmla="*/ 28800 w 28080"/>
                <a:gd name="textAreaTop" fmla="*/ 0 h 34560"/>
                <a:gd name="textAreaBottom" fmla="*/ 35280 h 34560"/>
              </a:gdLst>
              <a:ahLst/>
              <a:cxnLst/>
              <a:rect l="textAreaLeft" t="textAreaTop" r="textAreaRight" b="textAreaBottom"/>
              <a:pathLst>
                <a:path w="80" h="98">
                  <a:moveTo>
                    <a:pt x="0" y="49"/>
                  </a:moveTo>
                  <a:cubicBezTo>
                    <a:pt x="0" y="58"/>
                    <a:pt x="1" y="66"/>
                    <a:pt x="5" y="74"/>
                  </a:cubicBezTo>
                  <a:cubicBezTo>
                    <a:pt x="9" y="81"/>
                    <a:pt x="14" y="87"/>
                    <a:pt x="20" y="92"/>
                  </a:cubicBezTo>
                  <a:cubicBezTo>
                    <a:pt x="26" y="96"/>
                    <a:pt x="33" y="98"/>
                    <a:pt x="40" y="98"/>
                  </a:cubicBezTo>
                  <a:cubicBezTo>
                    <a:pt x="47" y="98"/>
                    <a:pt x="54" y="96"/>
                    <a:pt x="60" y="92"/>
                  </a:cubicBezTo>
                  <a:cubicBezTo>
                    <a:pt x="66" y="87"/>
                    <a:pt x="71" y="81"/>
                    <a:pt x="75" y="74"/>
                  </a:cubicBezTo>
                  <a:cubicBezTo>
                    <a:pt x="78" y="66"/>
                    <a:pt x="80" y="58"/>
                    <a:pt x="80" y="49"/>
                  </a:cubicBezTo>
                  <a:cubicBezTo>
                    <a:pt x="80" y="40"/>
                    <a:pt x="78" y="32"/>
                    <a:pt x="75" y="24"/>
                  </a:cubicBezTo>
                  <a:cubicBezTo>
                    <a:pt x="71" y="17"/>
                    <a:pt x="66" y="10"/>
                    <a:pt x="60" y="6"/>
                  </a:cubicBezTo>
                  <a:cubicBezTo>
                    <a:pt x="54" y="1"/>
                    <a:pt x="47" y="0"/>
                    <a:pt x="40" y="0"/>
                  </a:cubicBezTo>
                  <a:cubicBezTo>
                    <a:pt x="33" y="0"/>
                    <a:pt x="26" y="1"/>
                    <a:pt x="20" y="6"/>
                  </a:cubicBezTo>
                  <a:cubicBezTo>
                    <a:pt x="14" y="10"/>
                    <a:pt x="9" y="17"/>
                    <a:pt x="5" y="24"/>
                  </a:cubicBezTo>
                  <a:cubicBezTo>
                    <a:pt x="2" y="32"/>
                    <a:pt x="0" y="40"/>
                    <a:pt x="0" y="4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5" name=""/>
            <p:cNvSpPr/>
            <p:nvPr/>
          </p:nvSpPr>
          <p:spPr>
            <a:xfrm>
              <a:off x="1438200" y="5029920"/>
              <a:ext cx="28800" cy="23400"/>
            </a:xfrm>
            <a:custGeom>
              <a:avLst/>
              <a:gdLst>
                <a:gd name="textAreaLeft" fmla="*/ 0 w 28800"/>
                <a:gd name="textAreaRight" fmla="*/ 29520 w 28800"/>
                <a:gd name="textAreaTop" fmla="*/ 0 h 23400"/>
                <a:gd name="textAreaBottom" fmla="*/ 24120 h 23400"/>
              </a:gdLst>
              <a:ahLst/>
              <a:cxnLst/>
              <a:rect l="textAreaLeft" t="textAreaTop" r="textAreaRight" b="textAreaBottom"/>
              <a:pathLst>
                <a:path w="82" h="67">
                  <a:moveTo>
                    <a:pt x="82" y="0"/>
                  </a:moveTo>
                  <a:cubicBezTo>
                    <a:pt x="55" y="0"/>
                    <a:pt x="27" y="0"/>
                    <a:pt x="0" y="0"/>
                  </a:cubicBezTo>
                  <a:cubicBezTo>
                    <a:pt x="0" y="22"/>
                    <a:pt x="0" y="45"/>
                    <a:pt x="0" y="67"/>
                  </a:cubicBezTo>
                  <a:cubicBezTo>
                    <a:pt x="27" y="67"/>
                    <a:pt x="55" y="67"/>
                    <a:pt x="82" y="67"/>
                  </a:cubicBezTo>
                  <a:cubicBezTo>
                    <a:pt x="82" y="45"/>
                    <a:pt x="82" y="22"/>
                    <a:pt x="82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6" name=""/>
            <p:cNvSpPr/>
            <p:nvPr/>
          </p:nvSpPr>
          <p:spPr>
            <a:xfrm>
              <a:off x="1397880" y="5009400"/>
              <a:ext cx="110160" cy="38520"/>
            </a:xfrm>
            <a:custGeom>
              <a:avLst/>
              <a:gdLst>
                <a:gd name="textAreaLeft" fmla="*/ 0 w 110160"/>
                <a:gd name="textAreaRight" fmla="*/ 110880 w 110160"/>
                <a:gd name="textAreaTop" fmla="*/ 0 h 38520"/>
                <a:gd name="textAreaBottom" fmla="*/ 39240 h 38520"/>
              </a:gdLst>
              <a:ahLst/>
              <a:cxnLst/>
              <a:rect l="textAreaLeft" t="textAreaTop" r="textAreaRight" b="textAreaBottom"/>
              <a:pathLst>
                <a:path w="308" h="109">
                  <a:moveTo>
                    <a:pt x="75" y="94"/>
                  </a:moveTo>
                  <a:cubicBezTo>
                    <a:pt x="91" y="92"/>
                    <a:pt x="106" y="88"/>
                    <a:pt x="119" y="81"/>
                  </a:cubicBezTo>
                  <a:cubicBezTo>
                    <a:pt x="131" y="73"/>
                    <a:pt x="140" y="63"/>
                    <a:pt x="142" y="52"/>
                  </a:cubicBezTo>
                  <a:cubicBezTo>
                    <a:pt x="145" y="35"/>
                    <a:pt x="149" y="17"/>
                    <a:pt x="152" y="0"/>
                  </a:cubicBezTo>
                  <a:cubicBezTo>
                    <a:pt x="156" y="17"/>
                    <a:pt x="159" y="35"/>
                    <a:pt x="163" y="52"/>
                  </a:cubicBezTo>
                  <a:cubicBezTo>
                    <a:pt x="166" y="64"/>
                    <a:pt x="173" y="73"/>
                    <a:pt x="186" y="81"/>
                  </a:cubicBezTo>
                  <a:cubicBezTo>
                    <a:pt x="198" y="88"/>
                    <a:pt x="214" y="94"/>
                    <a:pt x="229" y="94"/>
                  </a:cubicBezTo>
                  <a:cubicBezTo>
                    <a:pt x="246" y="94"/>
                    <a:pt x="262" y="92"/>
                    <a:pt x="275" y="84"/>
                  </a:cubicBezTo>
                  <a:cubicBezTo>
                    <a:pt x="289" y="78"/>
                    <a:pt x="302" y="67"/>
                    <a:pt x="308" y="54"/>
                  </a:cubicBezTo>
                  <a:cubicBezTo>
                    <a:pt x="306" y="69"/>
                    <a:pt x="297" y="83"/>
                    <a:pt x="283" y="92"/>
                  </a:cubicBezTo>
                  <a:cubicBezTo>
                    <a:pt x="269" y="101"/>
                    <a:pt x="249" y="107"/>
                    <a:pt x="231" y="109"/>
                  </a:cubicBezTo>
                  <a:cubicBezTo>
                    <a:pt x="211" y="110"/>
                    <a:pt x="192" y="106"/>
                    <a:pt x="175" y="97"/>
                  </a:cubicBezTo>
                  <a:cubicBezTo>
                    <a:pt x="166" y="92"/>
                    <a:pt x="160" y="86"/>
                    <a:pt x="154" y="78"/>
                  </a:cubicBezTo>
                  <a:cubicBezTo>
                    <a:pt x="148" y="86"/>
                    <a:pt x="140" y="92"/>
                    <a:pt x="132" y="97"/>
                  </a:cubicBezTo>
                  <a:cubicBezTo>
                    <a:pt x="115" y="106"/>
                    <a:pt x="95" y="110"/>
                    <a:pt x="77" y="109"/>
                  </a:cubicBezTo>
                  <a:cubicBezTo>
                    <a:pt x="59" y="109"/>
                    <a:pt x="39" y="103"/>
                    <a:pt x="25" y="92"/>
                  </a:cubicBezTo>
                  <a:cubicBezTo>
                    <a:pt x="11" y="83"/>
                    <a:pt x="0" y="67"/>
                    <a:pt x="0" y="54"/>
                  </a:cubicBezTo>
                  <a:cubicBezTo>
                    <a:pt x="3" y="66"/>
                    <a:pt x="15" y="77"/>
                    <a:pt x="29" y="84"/>
                  </a:cubicBezTo>
                  <a:cubicBezTo>
                    <a:pt x="43" y="90"/>
                    <a:pt x="60" y="94"/>
                    <a:pt x="75" y="9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7" name=""/>
            <p:cNvSpPr/>
            <p:nvPr/>
          </p:nvSpPr>
          <p:spPr>
            <a:xfrm>
              <a:off x="1432080" y="5002200"/>
              <a:ext cx="41400" cy="19080"/>
            </a:xfrm>
            <a:custGeom>
              <a:avLst/>
              <a:gdLst>
                <a:gd name="textAreaLeft" fmla="*/ 0 w 41400"/>
                <a:gd name="textAreaRight" fmla="*/ 42120 w 41400"/>
                <a:gd name="textAreaTop" fmla="*/ 0 h 19080"/>
                <a:gd name="textAreaBottom" fmla="*/ 19800 h 19080"/>
              </a:gdLst>
              <a:ahLst/>
              <a:cxnLst/>
              <a:rect l="textAreaLeft" t="textAreaTop" r="textAreaRight" b="textAreaBottom"/>
              <a:pathLst>
                <a:path w="117" h="55">
                  <a:moveTo>
                    <a:pt x="59" y="0"/>
                  </a:moveTo>
                  <a:cubicBezTo>
                    <a:pt x="70" y="0"/>
                    <a:pt x="102" y="0"/>
                    <a:pt x="114" y="9"/>
                  </a:cubicBezTo>
                  <a:cubicBezTo>
                    <a:pt x="122" y="15"/>
                    <a:pt x="116" y="30"/>
                    <a:pt x="96" y="44"/>
                  </a:cubicBezTo>
                  <a:cubicBezTo>
                    <a:pt x="82" y="54"/>
                    <a:pt x="70" y="55"/>
                    <a:pt x="60" y="55"/>
                  </a:cubicBezTo>
                  <a:cubicBezTo>
                    <a:pt x="50" y="55"/>
                    <a:pt x="37" y="52"/>
                    <a:pt x="25" y="44"/>
                  </a:cubicBezTo>
                  <a:cubicBezTo>
                    <a:pt x="0" y="30"/>
                    <a:pt x="-4" y="15"/>
                    <a:pt x="4" y="9"/>
                  </a:cubicBezTo>
                  <a:cubicBezTo>
                    <a:pt x="14" y="0"/>
                    <a:pt x="48" y="0"/>
                    <a:pt x="59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148" name=""/>
          <p:cNvGrpSpPr/>
          <p:nvPr/>
        </p:nvGrpSpPr>
        <p:grpSpPr>
          <a:xfrm>
            <a:off x="6320880" y="4745880"/>
            <a:ext cx="496800" cy="396720"/>
            <a:chOff x="6320880" y="4745880"/>
            <a:chExt cx="496800" cy="396720"/>
          </a:xfrm>
        </p:grpSpPr>
        <p:sp>
          <p:nvSpPr>
            <p:cNvPr id="149" name=""/>
            <p:cNvSpPr/>
            <p:nvPr/>
          </p:nvSpPr>
          <p:spPr>
            <a:xfrm>
              <a:off x="6666840" y="4873680"/>
              <a:ext cx="150840" cy="228240"/>
            </a:xfrm>
            <a:custGeom>
              <a:avLst/>
              <a:gdLst>
                <a:gd name="textAreaLeft" fmla="*/ 0 w 150840"/>
                <a:gd name="textAreaRight" fmla="*/ 151560 w 150840"/>
                <a:gd name="textAreaTop" fmla="*/ 0 h 228240"/>
                <a:gd name="textAreaBottom" fmla="*/ 228960 h 228240"/>
              </a:gdLst>
              <a:ahLst/>
              <a:cxnLst/>
              <a:rect l="textAreaLeft" t="textAreaTop" r="textAreaRight" b="textAreaBottom"/>
              <a:pathLst>
                <a:path w="421" h="636">
                  <a:moveTo>
                    <a:pt x="240" y="544"/>
                  </a:moveTo>
                  <a:cubicBezTo>
                    <a:pt x="360" y="440"/>
                    <a:pt x="432" y="313"/>
                    <a:pt x="420" y="143"/>
                  </a:cubicBezTo>
                  <a:cubicBezTo>
                    <a:pt x="415" y="76"/>
                    <a:pt x="390" y="32"/>
                    <a:pt x="360" y="5"/>
                  </a:cubicBezTo>
                  <a:cubicBezTo>
                    <a:pt x="337" y="-16"/>
                    <a:pt x="196" y="32"/>
                    <a:pt x="196" y="185"/>
                  </a:cubicBezTo>
                  <a:cubicBezTo>
                    <a:pt x="198" y="474"/>
                    <a:pt x="65" y="484"/>
                    <a:pt x="0" y="634"/>
                  </a:cubicBezTo>
                  <a:cubicBezTo>
                    <a:pt x="69" y="645"/>
                    <a:pt x="152" y="622"/>
                    <a:pt x="240" y="54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50" name=""/>
            <p:cNvSpPr/>
            <p:nvPr/>
          </p:nvSpPr>
          <p:spPr>
            <a:xfrm>
              <a:off x="6652800" y="4866840"/>
              <a:ext cx="142920" cy="233280"/>
            </a:xfrm>
            <a:custGeom>
              <a:avLst/>
              <a:gdLst>
                <a:gd name="textAreaLeft" fmla="*/ 0 w 142920"/>
                <a:gd name="textAreaRight" fmla="*/ 143640 w 142920"/>
                <a:gd name="textAreaTop" fmla="*/ 0 h 233280"/>
                <a:gd name="textAreaBottom" fmla="*/ 234000 h 233280"/>
              </a:gdLst>
              <a:ahLst/>
              <a:cxnLst/>
              <a:rect l="textAreaLeft" t="textAreaTop" r="textAreaRight" b="textAreaBottom"/>
              <a:pathLst>
                <a:path w="399" h="650">
                  <a:moveTo>
                    <a:pt x="399" y="24"/>
                  </a:moveTo>
                  <a:cubicBezTo>
                    <a:pt x="323" y="-55"/>
                    <a:pt x="187" y="77"/>
                    <a:pt x="187" y="197"/>
                  </a:cubicBezTo>
                  <a:cubicBezTo>
                    <a:pt x="187" y="487"/>
                    <a:pt x="67" y="513"/>
                    <a:pt x="0" y="643"/>
                  </a:cubicBezTo>
                  <a:cubicBezTo>
                    <a:pt x="12" y="646"/>
                    <a:pt x="11" y="650"/>
                    <a:pt x="37" y="650"/>
                  </a:cubicBezTo>
                  <a:cubicBezTo>
                    <a:pt x="122" y="582"/>
                    <a:pt x="249" y="453"/>
                    <a:pt x="249" y="231"/>
                  </a:cubicBezTo>
                  <a:cubicBezTo>
                    <a:pt x="249" y="93"/>
                    <a:pt x="318" y="35"/>
                    <a:pt x="399" y="2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51" name=""/>
            <p:cNvSpPr/>
            <p:nvPr/>
          </p:nvSpPr>
          <p:spPr>
            <a:xfrm>
              <a:off x="6652800" y="4862520"/>
              <a:ext cx="134640" cy="234360"/>
            </a:xfrm>
            <a:custGeom>
              <a:avLst/>
              <a:gdLst>
                <a:gd name="textAreaLeft" fmla="*/ 0 w 134640"/>
                <a:gd name="textAreaRight" fmla="*/ 135360 w 134640"/>
                <a:gd name="textAreaTop" fmla="*/ 0 h 234360"/>
                <a:gd name="textAreaBottom" fmla="*/ 235080 h 234360"/>
              </a:gdLst>
              <a:ahLst/>
              <a:cxnLst/>
              <a:rect l="textAreaLeft" t="textAreaTop" r="textAreaRight" b="textAreaBottom"/>
              <a:pathLst>
                <a:path w="376" h="653">
                  <a:moveTo>
                    <a:pt x="376" y="17"/>
                  </a:moveTo>
                  <a:cubicBezTo>
                    <a:pt x="288" y="-36"/>
                    <a:pt x="159" y="40"/>
                    <a:pt x="159" y="186"/>
                  </a:cubicBezTo>
                  <a:cubicBezTo>
                    <a:pt x="159" y="423"/>
                    <a:pt x="53" y="414"/>
                    <a:pt x="0" y="529"/>
                  </a:cubicBezTo>
                  <a:cubicBezTo>
                    <a:pt x="0" y="570"/>
                    <a:pt x="0" y="612"/>
                    <a:pt x="0" y="653"/>
                  </a:cubicBezTo>
                  <a:cubicBezTo>
                    <a:pt x="37" y="628"/>
                    <a:pt x="212" y="479"/>
                    <a:pt x="212" y="218"/>
                  </a:cubicBezTo>
                  <a:cubicBezTo>
                    <a:pt x="212" y="79"/>
                    <a:pt x="293" y="19"/>
                    <a:pt x="376" y="1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52" name=""/>
            <p:cNvSpPr/>
            <p:nvPr/>
          </p:nvSpPr>
          <p:spPr>
            <a:xfrm>
              <a:off x="6320880" y="4901040"/>
              <a:ext cx="229320" cy="213480"/>
            </a:xfrm>
            <a:custGeom>
              <a:avLst/>
              <a:gdLst>
                <a:gd name="textAreaLeft" fmla="*/ 0 w 229320"/>
                <a:gd name="textAreaRight" fmla="*/ 230040 w 229320"/>
                <a:gd name="textAreaTop" fmla="*/ 0 h 213480"/>
                <a:gd name="textAreaBottom" fmla="*/ 214200 h 213480"/>
              </a:gdLst>
              <a:ahLst/>
              <a:cxnLst/>
              <a:rect l="textAreaLeft" t="textAreaTop" r="textAreaRight" b="textAreaBottom"/>
              <a:pathLst>
                <a:path w="639" h="595">
                  <a:moveTo>
                    <a:pt x="4" y="88"/>
                  </a:moveTo>
                  <a:cubicBezTo>
                    <a:pt x="-28" y="19"/>
                    <a:pt x="140" y="-18"/>
                    <a:pt x="198" y="9"/>
                  </a:cubicBezTo>
                  <a:cubicBezTo>
                    <a:pt x="198" y="48"/>
                    <a:pt x="198" y="86"/>
                    <a:pt x="198" y="125"/>
                  </a:cubicBezTo>
                  <a:cubicBezTo>
                    <a:pt x="133" y="112"/>
                    <a:pt x="27" y="136"/>
                    <a:pt x="4" y="88"/>
                  </a:cubicBezTo>
                  <a:moveTo>
                    <a:pt x="390" y="571"/>
                  </a:moveTo>
                  <a:cubicBezTo>
                    <a:pt x="390" y="537"/>
                    <a:pt x="503" y="469"/>
                    <a:pt x="639" y="469"/>
                  </a:cubicBezTo>
                  <a:cubicBezTo>
                    <a:pt x="639" y="511"/>
                    <a:pt x="639" y="553"/>
                    <a:pt x="639" y="595"/>
                  </a:cubicBezTo>
                  <a:cubicBezTo>
                    <a:pt x="556" y="587"/>
                    <a:pt x="390" y="606"/>
                    <a:pt x="390" y="57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53" name=""/>
            <p:cNvSpPr/>
            <p:nvPr/>
          </p:nvSpPr>
          <p:spPr>
            <a:xfrm>
              <a:off x="6404760" y="4830480"/>
              <a:ext cx="266760" cy="312120"/>
            </a:xfrm>
            <a:custGeom>
              <a:avLst/>
              <a:gdLst>
                <a:gd name="textAreaLeft" fmla="*/ 0 w 266760"/>
                <a:gd name="textAreaRight" fmla="*/ 267480 w 266760"/>
                <a:gd name="textAreaTop" fmla="*/ 0 h 312120"/>
                <a:gd name="textAreaBottom" fmla="*/ 312840 h 312120"/>
              </a:gdLst>
              <a:ahLst/>
              <a:cxnLst/>
              <a:rect l="textAreaLeft" t="textAreaTop" r="textAreaRight" b="textAreaBottom"/>
              <a:pathLst>
                <a:path w="743" h="869">
                  <a:moveTo>
                    <a:pt x="714" y="335"/>
                  </a:moveTo>
                  <a:cubicBezTo>
                    <a:pt x="675" y="238"/>
                    <a:pt x="571" y="120"/>
                    <a:pt x="419" y="55"/>
                  </a:cubicBezTo>
                  <a:cubicBezTo>
                    <a:pt x="39" y="-111"/>
                    <a:pt x="-99" y="141"/>
                    <a:pt x="74" y="268"/>
                  </a:cubicBezTo>
                  <a:cubicBezTo>
                    <a:pt x="277" y="418"/>
                    <a:pt x="258" y="657"/>
                    <a:pt x="336" y="756"/>
                  </a:cubicBezTo>
                  <a:cubicBezTo>
                    <a:pt x="254" y="777"/>
                    <a:pt x="194" y="821"/>
                    <a:pt x="194" y="846"/>
                  </a:cubicBezTo>
                  <a:cubicBezTo>
                    <a:pt x="194" y="881"/>
                    <a:pt x="359" y="862"/>
                    <a:pt x="442" y="869"/>
                  </a:cubicBezTo>
                  <a:cubicBezTo>
                    <a:pt x="580" y="869"/>
                    <a:pt x="691" y="841"/>
                    <a:pt x="691" y="807"/>
                  </a:cubicBezTo>
                  <a:cubicBezTo>
                    <a:pt x="693" y="781"/>
                    <a:pt x="689" y="765"/>
                    <a:pt x="682" y="751"/>
                  </a:cubicBezTo>
                  <a:cubicBezTo>
                    <a:pt x="749" y="652"/>
                    <a:pt x="763" y="455"/>
                    <a:pt x="714" y="33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54" name=""/>
            <p:cNvSpPr/>
            <p:nvPr/>
          </p:nvSpPr>
          <p:spPr>
            <a:xfrm>
              <a:off x="6508080" y="4936320"/>
              <a:ext cx="99360" cy="183240"/>
            </a:xfrm>
            <a:custGeom>
              <a:avLst/>
              <a:gdLst>
                <a:gd name="textAreaLeft" fmla="*/ 0 w 99360"/>
                <a:gd name="textAreaRight" fmla="*/ 100080 w 99360"/>
                <a:gd name="textAreaTop" fmla="*/ 0 h 183240"/>
                <a:gd name="textAreaBottom" fmla="*/ 183960 h 183240"/>
              </a:gdLst>
              <a:ahLst/>
              <a:cxnLst/>
              <a:rect l="textAreaLeft" t="textAreaTop" r="textAreaRight" b="textAreaBottom"/>
              <a:pathLst>
                <a:path w="278" h="511">
                  <a:moveTo>
                    <a:pt x="255" y="0"/>
                  </a:moveTo>
                  <a:cubicBezTo>
                    <a:pt x="135" y="10"/>
                    <a:pt x="27" y="120"/>
                    <a:pt x="27" y="257"/>
                  </a:cubicBezTo>
                  <a:cubicBezTo>
                    <a:pt x="29" y="379"/>
                    <a:pt x="105" y="441"/>
                    <a:pt x="80" y="450"/>
                  </a:cubicBezTo>
                  <a:cubicBezTo>
                    <a:pt x="-123" y="522"/>
                    <a:pt x="107" y="469"/>
                    <a:pt x="268" y="510"/>
                  </a:cubicBezTo>
                  <a:cubicBezTo>
                    <a:pt x="319" y="524"/>
                    <a:pt x="160" y="347"/>
                    <a:pt x="160" y="206"/>
                  </a:cubicBezTo>
                  <a:cubicBezTo>
                    <a:pt x="160" y="120"/>
                    <a:pt x="197" y="47"/>
                    <a:pt x="255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55" name=""/>
            <p:cNvSpPr/>
            <p:nvPr/>
          </p:nvSpPr>
          <p:spPr>
            <a:xfrm>
              <a:off x="6507000" y="4818960"/>
              <a:ext cx="179280" cy="281160"/>
            </a:xfrm>
            <a:custGeom>
              <a:avLst/>
              <a:gdLst>
                <a:gd name="textAreaLeft" fmla="*/ 0 w 179280"/>
                <a:gd name="textAreaRight" fmla="*/ 180000 w 179280"/>
                <a:gd name="textAreaTop" fmla="*/ 0 h 281160"/>
                <a:gd name="textAreaBottom" fmla="*/ 281880 h 281160"/>
              </a:gdLst>
              <a:ahLst/>
              <a:cxnLst/>
              <a:rect l="textAreaLeft" t="textAreaTop" r="textAreaRight" b="textAreaBottom"/>
              <a:pathLst>
                <a:path w="500" h="783">
                  <a:moveTo>
                    <a:pt x="138" y="34"/>
                  </a:moveTo>
                  <a:cubicBezTo>
                    <a:pt x="87" y="18"/>
                    <a:pt x="41" y="7"/>
                    <a:pt x="0" y="0"/>
                  </a:cubicBezTo>
                  <a:cubicBezTo>
                    <a:pt x="4" y="18"/>
                    <a:pt x="7" y="39"/>
                    <a:pt x="9" y="57"/>
                  </a:cubicBezTo>
                  <a:cubicBezTo>
                    <a:pt x="293" y="129"/>
                    <a:pt x="567" y="417"/>
                    <a:pt x="399" y="783"/>
                  </a:cubicBezTo>
                  <a:cubicBezTo>
                    <a:pt x="480" y="669"/>
                    <a:pt x="500" y="572"/>
                    <a:pt x="500" y="424"/>
                  </a:cubicBezTo>
                  <a:cubicBezTo>
                    <a:pt x="500" y="265"/>
                    <a:pt x="279" y="78"/>
                    <a:pt x="138" y="3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56" name=""/>
            <p:cNvSpPr/>
            <p:nvPr/>
          </p:nvSpPr>
          <p:spPr>
            <a:xfrm>
              <a:off x="6503400" y="4811400"/>
              <a:ext cx="196200" cy="289800"/>
            </a:xfrm>
            <a:custGeom>
              <a:avLst/>
              <a:gdLst>
                <a:gd name="textAreaLeft" fmla="*/ 0 w 196200"/>
                <a:gd name="textAreaRight" fmla="*/ 196920 w 196200"/>
                <a:gd name="textAreaTop" fmla="*/ 0 h 289800"/>
                <a:gd name="textAreaBottom" fmla="*/ 290520 h 289800"/>
              </a:gdLst>
              <a:ahLst/>
              <a:cxnLst/>
              <a:rect l="textAreaLeft" t="textAreaTop" r="textAreaRight" b="textAreaBottom"/>
              <a:pathLst>
                <a:path w="547" h="807">
                  <a:moveTo>
                    <a:pt x="0" y="0"/>
                  </a:moveTo>
                  <a:cubicBezTo>
                    <a:pt x="10" y="14"/>
                    <a:pt x="14" y="32"/>
                    <a:pt x="17" y="51"/>
                  </a:cubicBezTo>
                  <a:cubicBezTo>
                    <a:pt x="259" y="118"/>
                    <a:pt x="490" y="272"/>
                    <a:pt x="490" y="547"/>
                  </a:cubicBezTo>
                  <a:cubicBezTo>
                    <a:pt x="490" y="609"/>
                    <a:pt x="453" y="748"/>
                    <a:pt x="407" y="807"/>
                  </a:cubicBezTo>
                  <a:cubicBezTo>
                    <a:pt x="497" y="743"/>
                    <a:pt x="547" y="591"/>
                    <a:pt x="547" y="445"/>
                  </a:cubicBezTo>
                  <a:cubicBezTo>
                    <a:pt x="550" y="215"/>
                    <a:pt x="377" y="78"/>
                    <a:pt x="171" y="23"/>
                  </a:cubicBezTo>
                  <a:cubicBezTo>
                    <a:pt x="109" y="7"/>
                    <a:pt x="53" y="0"/>
                    <a:pt x="0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57" name=""/>
            <p:cNvSpPr/>
            <p:nvPr/>
          </p:nvSpPr>
          <p:spPr>
            <a:xfrm>
              <a:off x="6422760" y="4749120"/>
              <a:ext cx="46080" cy="48240"/>
            </a:xfrm>
            <a:custGeom>
              <a:avLst/>
              <a:gdLst>
                <a:gd name="textAreaLeft" fmla="*/ 0 w 46080"/>
                <a:gd name="textAreaRight" fmla="*/ 46800 w 46080"/>
                <a:gd name="textAreaTop" fmla="*/ 0 h 48240"/>
                <a:gd name="textAreaBottom" fmla="*/ 48960 h 48240"/>
              </a:gdLst>
              <a:ahLst/>
              <a:cxnLst/>
              <a:rect l="textAreaLeft" t="textAreaTop" r="textAreaRight" b="textAreaBottom"/>
              <a:pathLst>
                <a:path w="130" h="136">
                  <a:moveTo>
                    <a:pt x="1" y="136"/>
                  </a:moveTo>
                  <a:cubicBezTo>
                    <a:pt x="-6" y="64"/>
                    <a:pt x="36" y="45"/>
                    <a:pt x="54" y="0"/>
                  </a:cubicBezTo>
                  <a:cubicBezTo>
                    <a:pt x="79" y="41"/>
                    <a:pt x="123" y="51"/>
                    <a:pt x="130" y="122"/>
                  </a:cubicBezTo>
                  <a:cubicBezTo>
                    <a:pt x="87" y="127"/>
                    <a:pt x="44" y="131"/>
                    <a:pt x="1" y="13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58" name=""/>
            <p:cNvSpPr/>
            <p:nvPr/>
          </p:nvSpPr>
          <p:spPr>
            <a:xfrm>
              <a:off x="6351120" y="4745880"/>
              <a:ext cx="162000" cy="191880"/>
            </a:xfrm>
            <a:custGeom>
              <a:avLst/>
              <a:gdLst>
                <a:gd name="textAreaLeft" fmla="*/ 0 w 162000"/>
                <a:gd name="textAreaRight" fmla="*/ 162720 w 162000"/>
                <a:gd name="textAreaTop" fmla="*/ 0 h 191880"/>
                <a:gd name="textAreaBottom" fmla="*/ 192600 h 191880"/>
              </a:gdLst>
              <a:ahLst/>
              <a:cxnLst/>
              <a:rect l="textAreaLeft" t="textAreaTop" r="textAreaRight" b="textAreaBottom"/>
              <a:pathLst>
                <a:path w="452" h="535">
                  <a:moveTo>
                    <a:pt x="335" y="0"/>
                  </a:moveTo>
                  <a:cubicBezTo>
                    <a:pt x="308" y="41"/>
                    <a:pt x="261" y="50"/>
                    <a:pt x="252" y="122"/>
                  </a:cubicBezTo>
                  <a:cubicBezTo>
                    <a:pt x="128" y="127"/>
                    <a:pt x="-10" y="295"/>
                    <a:pt x="1" y="429"/>
                  </a:cubicBezTo>
                  <a:cubicBezTo>
                    <a:pt x="3" y="466"/>
                    <a:pt x="102" y="535"/>
                    <a:pt x="226" y="535"/>
                  </a:cubicBezTo>
                  <a:cubicBezTo>
                    <a:pt x="351" y="535"/>
                    <a:pt x="452" y="424"/>
                    <a:pt x="452" y="288"/>
                  </a:cubicBezTo>
                  <a:cubicBezTo>
                    <a:pt x="455" y="207"/>
                    <a:pt x="429" y="163"/>
                    <a:pt x="385" y="143"/>
                  </a:cubicBezTo>
                  <a:cubicBezTo>
                    <a:pt x="392" y="71"/>
                    <a:pt x="352" y="48"/>
                    <a:pt x="335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59" name=""/>
            <p:cNvSpPr/>
            <p:nvPr/>
          </p:nvSpPr>
          <p:spPr>
            <a:xfrm>
              <a:off x="6446520" y="4768920"/>
              <a:ext cx="35640" cy="69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69840"/>
                <a:gd name="textAreaBottom" fmla="*/ 70560 h 69840"/>
              </a:gdLst>
              <a:ahLst/>
              <a:cxnLst/>
              <a:rect l="textAreaLeft" t="textAreaTop" r="textAreaRight" b="textAreaBottom"/>
              <a:pathLst>
                <a:path w="101" h="196">
                  <a:moveTo>
                    <a:pt x="40" y="194"/>
                  </a:moveTo>
                  <a:cubicBezTo>
                    <a:pt x="13" y="189"/>
                    <a:pt x="-9" y="189"/>
                    <a:pt x="3" y="90"/>
                  </a:cubicBezTo>
                  <a:cubicBezTo>
                    <a:pt x="10" y="37"/>
                    <a:pt x="43" y="30"/>
                    <a:pt x="63" y="0"/>
                  </a:cubicBezTo>
                  <a:cubicBezTo>
                    <a:pt x="76" y="35"/>
                    <a:pt x="104" y="51"/>
                    <a:pt x="100" y="104"/>
                  </a:cubicBezTo>
                  <a:cubicBezTo>
                    <a:pt x="88" y="203"/>
                    <a:pt x="68" y="199"/>
                    <a:pt x="40" y="19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0" name=""/>
            <p:cNvSpPr/>
            <p:nvPr/>
          </p:nvSpPr>
          <p:spPr>
            <a:xfrm>
              <a:off x="6388200" y="4827960"/>
              <a:ext cx="48240" cy="44280"/>
            </a:xfrm>
            <a:custGeom>
              <a:avLst/>
              <a:gdLst>
                <a:gd name="textAreaLeft" fmla="*/ 0 w 48240"/>
                <a:gd name="textAreaRight" fmla="*/ 48960 w 48240"/>
                <a:gd name="textAreaTop" fmla="*/ 0 h 44280"/>
                <a:gd name="textAreaBottom" fmla="*/ 45000 h 44280"/>
              </a:gdLst>
              <a:ahLst/>
              <a:cxnLst/>
              <a:rect l="textAreaLeft" t="textAreaTop" r="textAreaRight" b="textAreaBottom"/>
              <a:pathLst>
                <a:path w="136" h="125">
                  <a:moveTo>
                    <a:pt x="60" y="125"/>
                  </a:moveTo>
                  <a:cubicBezTo>
                    <a:pt x="18" y="125"/>
                    <a:pt x="20" y="96"/>
                    <a:pt x="0" y="81"/>
                  </a:cubicBezTo>
                  <a:cubicBezTo>
                    <a:pt x="20" y="54"/>
                    <a:pt x="18" y="0"/>
                    <a:pt x="60" y="0"/>
                  </a:cubicBezTo>
                  <a:cubicBezTo>
                    <a:pt x="101" y="0"/>
                    <a:pt x="111" y="54"/>
                    <a:pt x="136" y="81"/>
                  </a:cubicBezTo>
                  <a:cubicBezTo>
                    <a:pt x="111" y="96"/>
                    <a:pt x="101" y="125"/>
                    <a:pt x="60" y="12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1" name=""/>
            <p:cNvSpPr/>
            <p:nvPr/>
          </p:nvSpPr>
          <p:spPr>
            <a:xfrm>
              <a:off x="6395400" y="4838040"/>
              <a:ext cx="29160" cy="26640"/>
            </a:xfrm>
            <a:custGeom>
              <a:avLst/>
              <a:gdLst>
                <a:gd name="textAreaLeft" fmla="*/ 0 w 29160"/>
                <a:gd name="textAreaRight" fmla="*/ 29880 w 29160"/>
                <a:gd name="textAreaTop" fmla="*/ 0 h 26640"/>
                <a:gd name="textAreaBottom" fmla="*/ 27360 h 26640"/>
              </a:gdLst>
              <a:ahLst/>
              <a:cxnLst/>
              <a:rect l="textAreaLeft" t="textAreaTop" r="textAreaRight" b="textAreaBottom"/>
              <a:pathLst>
                <a:path w="83" h="76">
                  <a:moveTo>
                    <a:pt x="37" y="76"/>
                  </a:moveTo>
                  <a:cubicBezTo>
                    <a:pt x="11" y="76"/>
                    <a:pt x="12" y="57"/>
                    <a:pt x="0" y="48"/>
                  </a:cubicBezTo>
                  <a:cubicBezTo>
                    <a:pt x="12" y="32"/>
                    <a:pt x="11" y="0"/>
                    <a:pt x="37" y="0"/>
                  </a:cubicBezTo>
                  <a:cubicBezTo>
                    <a:pt x="62" y="0"/>
                    <a:pt x="68" y="32"/>
                    <a:pt x="83" y="48"/>
                  </a:cubicBezTo>
                  <a:cubicBezTo>
                    <a:pt x="68" y="57"/>
                    <a:pt x="62" y="76"/>
                    <a:pt x="37" y="7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2" name=""/>
            <p:cNvSpPr/>
            <p:nvPr/>
          </p:nvSpPr>
          <p:spPr>
            <a:xfrm>
              <a:off x="6381360" y="4843800"/>
              <a:ext cx="140760" cy="120240"/>
            </a:xfrm>
            <a:custGeom>
              <a:avLst/>
              <a:gdLst>
                <a:gd name="textAreaLeft" fmla="*/ 0 w 140760"/>
                <a:gd name="textAreaRight" fmla="*/ 141480 w 140760"/>
                <a:gd name="textAreaTop" fmla="*/ 0 h 120240"/>
                <a:gd name="textAreaBottom" fmla="*/ 120960 h 120240"/>
              </a:gdLst>
              <a:ahLst/>
              <a:cxnLst/>
              <a:rect l="textAreaLeft" t="textAreaTop" r="textAreaRight" b="textAreaBottom"/>
              <a:pathLst>
                <a:path w="393" h="336">
                  <a:moveTo>
                    <a:pt x="275" y="27"/>
                  </a:moveTo>
                  <a:cubicBezTo>
                    <a:pt x="219" y="-43"/>
                    <a:pt x="218" y="43"/>
                    <a:pt x="189" y="50"/>
                  </a:cubicBezTo>
                  <a:cubicBezTo>
                    <a:pt x="198" y="53"/>
                    <a:pt x="206" y="56"/>
                    <a:pt x="215" y="59"/>
                  </a:cubicBezTo>
                  <a:cubicBezTo>
                    <a:pt x="200" y="66"/>
                    <a:pt x="184" y="73"/>
                    <a:pt x="169" y="80"/>
                  </a:cubicBezTo>
                  <a:cubicBezTo>
                    <a:pt x="173" y="84"/>
                    <a:pt x="176" y="88"/>
                    <a:pt x="180" y="91"/>
                  </a:cubicBezTo>
                  <a:cubicBezTo>
                    <a:pt x="172" y="91"/>
                    <a:pt x="165" y="91"/>
                    <a:pt x="157" y="91"/>
                  </a:cubicBezTo>
                  <a:cubicBezTo>
                    <a:pt x="162" y="95"/>
                    <a:pt x="166" y="99"/>
                    <a:pt x="171" y="103"/>
                  </a:cubicBezTo>
                  <a:cubicBezTo>
                    <a:pt x="168" y="106"/>
                    <a:pt x="165" y="108"/>
                    <a:pt x="162" y="110"/>
                  </a:cubicBezTo>
                  <a:cubicBezTo>
                    <a:pt x="146" y="100"/>
                    <a:pt x="129" y="96"/>
                    <a:pt x="111" y="96"/>
                  </a:cubicBezTo>
                  <a:cubicBezTo>
                    <a:pt x="51" y="96"/>
                    <a:pt x="0" y="149"/>
                    <a:pt x="0" y="216"/>
                  </a:cubicBezTo>
                  <a:cubicBezTo>
                    <a:pt x="0" y="283"/>
                    <a:pt x="49" y="336"/>
                    <a:pt x="111" y="336"/>
                  </a:cubicBezTo>
                  <a:cubicBezTo>
                    <a:pt x="171" y="336"/>
                    <a:pt x="222" y="283"/>
                    <a:pt x="222" y="216"/>
                  </a:cubicBezTo>
                  <a:cubicBezTo>
                    <a:pt x="222" y="214"/>
                    <a:pt x="222" y="212"/>
                    <a:pt x="222" y="209"/>
                  </a:cubicBezTo>
                  <a:cubicBezTo>
                    <a:pt x="236" y="213"/>
                    <a:pt x="249" y="217"/>
                    <a:pt x="263" y="220"/>
                  </a:cubicBezTo>
                  <a:cubicBezTo>
                    <a:pt x="260" y="210"/>
                    <a:pt x="257" y="199"/>
                    <a:pt x="254" y="188"/>
                  </a:cubicBezTo>
                  <a:cubicBezTo>
                    <a:pt x="270" y="188"/>
                    <a:pt x="286" y="188"/>
                    <a:pt x="302" y="188"/>
                  </a:cubicBezTo>
                  <a:cubicBezTo>
                    <a:pt x="295" y="182"/>
                    <a:pt x="288" y="176"/>
                    <a:pt x="282" y="170"/>
                  </a:cubicBezTo>
                  <a:cubicBezTo>
                    <a:pt x="305" y="153"/>
                    <a:pt x="328" y="135"/>
                    <a:pt x="351" y="117"/>
                  </a:cubicBezTo>
                  <a:cubicBezTo>
                    <a:pt x="337" y="117"/>
                    <a:pt x="323" y="117"/>
                    <a:pt x="309" y="117"/>
                  </a:cubicBezTo>
                  <a:cubicBezTo>
                    <a:pt x="330" y="104"/>
                    <a:pt x="352" y="91"/>
                    <a:pt x="374" y="77"/>
                  </a:cubicBezTo>
                  <a:cubicBezTo>
                    <a:pt x="359" y="77"/>
                    <a:pt x="344" y="77"/>
                    <a:pt x="329" y="77"/>
                  </a:cubicBezTo>
                  <a:cubicBezTo>
                    <a:pt x="354" y="75"/>
                    <a:pt x="421" y="23"/>
                    <a:pt x="379" y="38"/>
                  </a:cubicBezTo>
                  <a:cubicBezTo>
                    <a:pt x="337" y="52"/>
                    <a:pt x="309" y="31"/>
                    <a:pt x="275" y="2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3" name=""/>
            <p:cNvSpPr/>
            <p:nvPr/>
          </p:nvSpPr>
          <p:spPr>
            <a:xfrm>
              <a:off x="6336000" y="4925160"/>
              <a:ext cx="180720" cy="91080"/>
            </a:xfrm>
            <a:custGeom>
              <a:avLst/>
              <a:gdLst>
                <a:gd name="textAreaLeft" fmla="*/ 0 w 180720"/>
                <a:gd name="textAreaRight" fmla="*/ 181440 w 180720"/>
                <a:gd name="textAreaTop" fmla="*/ 0 h 91080"/>
                <a:gd name="textAreaBottom" fmla="*/ 91800 h 91080"/>
              </a:gdLst>
              <a:ahLst/>
              <a:cxnLst/>
              <a:rect l="textAreaLeft" t="textAreaTop" r="textAreaRight" b="textAreaBottom"/>
              <a:pathLst>
                <a:path w="504" h="255">
                  <a:moveTo>
                    <a:pt x="197" y="126"/>
                  </a:moveTo>
                  <a:cubicBezTo>
                    <a:pt x="133" y="114"/>
                    <a:pt x="26" y="138"/>
                    <a:pt x="4" y="89"/>
                  </a:cubicBezTo>
                  <a:cubicBezTo>
                    <a:pt x="-28" y="20"/>
                    <a:pt x="167" y="-22"/>
                    <a:pt x="217" y="11"/>
                  </a:cubicBezTo>
                  <a:cubicBezTo>
                    <a:pt x="337" y="84"/>
                    <a:pt x="499" y="-58"/>
                    <a:pt x="504" y="156"/>
                  </a:cubicBezTo>
                  <a:cubicBezTo>
                    <a:pt x="506" y="209"/>
                    <a:pt x="379" y="364"/>
                    <a:pt x="197" y="12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164" name=""/>
          <p:cNvGrpSpPr/>
          <p:nvPr/>
        </p:nvGrpSpPr>
        <p:grpSpPr>
          <a:xfrm>
            <a:off x="8820000" y="3960000"/>
            <a:ext cx="899280" cy="1079280"/>
            <a:chOff x="8820000" y="3960000"/>
            <a:chExt cx="899280" cy="1079280"/>
          </a:xfrm>
        </p:grpSpPr>
        <p:sp>
          <p:nvSpPr>
            <p:cNvPr id="165" name=""/>
            <p:cNvSpPr/>
            <p:nvPr/>
          </p:nvSpPr>
          <p:spPr>
            <a:xfrm>
              <a:off x="9180000" y="4140000"/>
              <a:ext cx="179280" cy="899280"/>
            </a:xfrm>
            <a:prstGeom prst="rect">
              <a:avLst/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6" name=""/>
            <p:cNvSpPr/>
            <p:nvPr/>
          </p:nvSpPr>
          <p:spPr>
            <a:xfrm>
              <a:off x="8820000" y="4500000"/>
              <a:ext cx="899280" cy="26928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7" name=""/>
            <p:cNvSpPr/>
            <p:nvPr/>
          </p:nvSpPr>
          <p:spPr>
            <a:xfrm>
              <a:off x="8910000" y="4320000"/>
              <a:ext cx="719280" cy="26928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8" name=""/>
            <p:cNvSpPr/>
            <p:nvPr/>
          </p:nvSpPr>
          <p:spPr>
            <a:xfrm>
              <a:off x="9000000" y="4140000"/>
              <a:ext cx="539280" cy="26928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9" name=""/>
            <p:cNvSpPr/>
            <p:nvPr/>
          </p:nvSpPr>
          <p:spPr>
            <a:xfrm>
              <a:off x="9090000" y="3960000"/>
              <a:ext cx="359280" cy="26928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170" name=""/>
          <p:cNvGrpSpPr/>
          <p:nvPr/>
        </p:nvGrpSpPr>
        <p:grpSpPr>
          <a:xfrm>
            <a:off x="7920000" y="4050000"/>
            <a:ext cx="719280" cy="989280"/>
            <a:chOff x="7920000" y="4050000"/>
            <a:chExt cx="719280" cy="989280"/>
          </a:xfrm>
        </p:grpSpPr>
        <p:sp>
          <p:nvSpPr>
            <p:cNvPr id="171" name=""/>
            <p:cNvSpPr/>
            <p:nvPr/>
          </p:nvSpPr>
          <p:spPr>
            <a:xfrm>
              <a:off x="8190000" y="4140000"/>
              <a:ext cx="179280" cy="899280"/>
            </a:xfrm>
            <a:prstGeom prst="rect">
              <a:avLst/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2" name=""/>
            <p:cNvSpPr/>
            <p:nvPr/>
          </p:nvSpPr>
          <p:spPr>
            <a:xfrm>
              <a:off x="7920000" y="4410000"/>
              <a:ext cx="719280" cy="26928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3" name=""/>
            <p:cNvSpPr/>
            <p:nvPr/>
          </p:nvSpPr>
          <p:spPr>
            <a:xfrm>
              <a:off x="8010000" y="4230000"/>
              <a:ext cx="539280" cy="26928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4" name=""/>
            <p:cNvSpPr/>
            <p:nvPr/>
          </p:nvSpPr>
          <p:spPr>
            <a:xfrm>
              <a:off x="8100000" y="4050000"/>
              <a:ext cx="359280" cy="26928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175" name=""/>
          <p:cNvGrpSpPr/>
          <p:nvPr/>
        </p:nvGrpSpPr>
        <p:grpSpPr>
          <a:xfrm>
            <a:off x="8820000" y="3600000"/>
            <a:ext cx="359280" cy="269280"/>
            <a:chOff x="8820000" y="3600000"/>
            <a:chExt cx="359280" cy="269280"/>
          </a:xfrm>
        </p:grpSpPr>
        <p:sp>
          <p:nvSpPr>
            <p:cNvPr id="176" name=""/>
            <p:cNvSpPr/>
            <p:nvPr/>
          </p:nvSpPr>
          <p:spPr>
            <a:xfrm>
              <a:off x="8968680" y="3600000"/>
              <a:ext cx="86760" cy="155880"/>
            </a:xfrm>
            <a:custGeom>
              <a:avLst/>
              <a:gdLst>
                <a:gd name="textAreaLeft" fmla="*/ 0 w 86760"/>
                <a:gd name="textAreaRight" fmla="*/ 87480 w 86760"/>
                <a:gd name="textAreaTop" fmla="*/ 0 h 155880"/>
                <a:gd name="textAreaBottom" fmla="*/ 156600 h 155880"/>
              </a:gdLst>
              <a:ahLst/>
              <a:cxnLst/>
              <a:rect l="textAreaLeft" t="textAreaTop" r="textAreaRight" b="textAreaBottom"/>
              <a:pathLst>
                <a:path w="243" h="435">
                  <a:moveTo>
                    <a:pt x="200" y="140"/>
                  </a:moveTo>
                  <a:cubicBezTo>
                    <a:pt x="157" y="59"/>
                    <a:pt x="65" y="-11"/>
                    <a:pt x="27" y="1"/>
                  </a:cubicBezTo>
                  <a:cubicBezTo>
                    <a:pt x="-1" y="14"/>
                    <a:pt x="31" y="68"/>
                    <a:pt x="57" y="97"/>
                  </a:cubicBezTo>
                  <a:cubicBezTo>
                    <a:pt x="60" y="99"/>
                    <a:pt x="58" y="103"/>
                    <a:pt x="54" y="103"/>
                  </a:cubicBezTo>
                  <a:cubicBezTo>
                    <a:pt x="42" y="100"/>
                    <a:pt x="28" y="100"/>
                    <a:pt x="22" y="107"/>
                  </a:cubicBezTo>
                  <a:cubicBezTo>
                    <a:pt x="8" y="124"/>
                    <a:pt x="28" y="148"/>
                    <a:pt x="45" y="164"/>
                  </a:cubicBezTo>
                  <a:cubicBezTo>
                    <a:pt x="48" y="166"/>
                    <a:pt x="46" y="171"/>
                    <a:pt x="42" y="170"/>
                  </a:cubicBezTo>
                  <a:cubicBezTo>
                    <a:pt x="27" y="167"/>
                    <a:pt x="12" y="167"/>
                    <a:pt x="7" y="173"/>
                  </a:cubicBezTo>
                  <a:cubicBezTo>
                    <a:pt x="-14" y="198"/>
                    <a:pt x="17" y="271"/>
                    <a:pt x="35" y="298"/>
                  </a:cubicBezTo>
                  <a:cubicBezTo>
                    <a:pt x="57" y="330"/>
                    <a:pt x="80" y="362"/>
                    <a:pt x="109" y="387"/>
                  </a:cubicBezTo>
                  <a:cubicBezTo>
                    <a:pt x="139" y="413"/>
                    <a:pt x="176" y="432"/>
                    <a:pt x="215" y="435"/>
                  </a:cubicBezTo>
                  <a:cubicBezTo>
                    <a:pt x="217" y="435"/>
                    <a:pt x="219" y="435"/>
                    <a:pt x="220" y="435"/>
                  </a:cubicBezTo>
                  <a:cubicBezTo>
                    <a:pt x="222" y="434"/>
                    <a:pt x="223" y="431"/>
                    <a:pt x="224" y="429"/>
                  </a:cubicBezTo>
                  <a:cubicBezTo>
                    <a:pt x="231" y="411"/>
                    <a:pt x="233" y="404"/>
                    <a:pt x="236" y="389"/>
                  </a:cubicBezTo>
                  <a:cubicBezTo>
                    <a:pt x="239" y="328"/>
                    <a:pt x="262" y="259"/>
                    <a:pt x="200" y="14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7" name=""/>
            <p:cNvSpPr/>
            <p:nvPr/>
          </p:nvSpPr>
          <p:spPr>
            <a:xfrm>
              <a:off x="8820000" y="3600000"/>
              <a:ext cx="325800" cy="269280"/>
            </a:xfrm>
            <a:custGeom>
              <a:avLst/>
              <a:gdLst>
                <a:gd name="textAreaLeft" fmla="*/ 0 w 325800"/>
                <a:gd name="textAreaRight" fmla="*/ 326520 w 325800"/>
                <a:gd name="textAreaTop" fmla="*/ 0 h 269280"/>
                <a:gd name="textAreaBottom" fmla="*/ 270000 h 269280"/>
              </a:gdLst>
              <a:ahLst/>
              <a:cxnLst/>
              <a:rect l="textAreaLeft" t="textAreaTop" r="textAreaRight" b="textAreaBottom"/>
              <a:pathLst>
                <a:path w="907" h="750">
                  <a:moveTo>
                    <a:pt x="752" y="285"/>
                  </a:moveTo>
                  <a:cubicBezTo>
                    <a:pt x="700" y="293"/>
                    <a:pt x="647" y="342"/>
                    <a:pt x="620" y="386"/>
                  </a:cubicBezTo>
                  <a:cubicBezTo>
                    <a:pt x="619" y="389"/>
                    <a:pt x="616" y="392"/>
                    <a:pt x="613" y="393"/>
                  </a:cubicBezTo>
                  <a:cubicBezTo>
                    <a:pt x="609" y="393"/>
                    <a:pt x="606" y="390"/>
                    <a:pt x="603" y="388"/>
                  </a:cubicBezTo>
                  <a:cubicBezTo>
                    <a:pt x="575" y="362"/>
                    <a:pt x="538" y="329"/>
                    <a:pt x="492" y="272"/>
                  </a:cubicBezTo>
                  <a:cubicBezTo>
                    <a:pt x="472" y="247"/>
                    <a:pt x="373" y="128"/>
                    <a:pt x="276" y="60"/>
                  </a:cubicBezTo>
                  <a:cubicBezTo>
                    <a:pt x="192" y="2"/>
                    <a:pt x="86" y="-13"/>
                    <a:pt x="50" y="11"/>
                  </a:cubicBezTo>
                  <a:cubicBezTo>
                    <a:pt x="33" y="22"/>
                    <a:pt x="30" y="47"/>
                    <a:pt x="37" y="66"/>
                  </a:cubicBezTo>
                  <a:cubicBezTo>
                    <a:pt x="45" y="85"/>
                    <a:pt x="71" y="107"/>
                    <a:pt x="91" y="116"/>
                  </a:cubicBezTo>
                  <a:cubicBezTo>
                    <a:pt x="66" y="113"/>
                    <a:pt x="34" y="133"/>
                    <a:pt x="34" y="157"/>
                  </a:cubicBezTo>
                  <a:cubicBezTo>
                    <a:pt x="34" y="199"/>
                    <a:pt x="109" y="245"/>
                    <a:pt x="133" y="252"/>
                  </a:cubicBezTo>
                  <a:cubicBezTo>
                    <a:pt x="112" y="253"/>
                    <a:pt x="95" y="277"/>
                    <a:pt x="100" y="297"/>
                  </a:cubicBezTo>
                  <a:cubicBezTo>
                    <a:pt x="109" y="336"/>
                    <a:pt x="181" y="354"/>
                    <a:pt x="203" y="357"/>
                  </a:cubicBezTo>
                  <a:cubicBezTo>
                    <a:pt x="183" y="361"/>
                    <a:pt x="172" y="386"/>
                    <a:pt x="179" y="405"/>
                  </a:cubicBezTo>
                  <a:cubicBezTo>
                    <a:pt x="190" y="435"/>
                    <a:pt x="262" y="454"/>
                    <a:pt x="282" y="458"/>
                  </a:cubicBezTo>
                  <a:cubicBezTo>
                    <a:pt x="264" y="474"/>
                    <a:pt x="271" y="500"/>
                    <a:pt x="290" y="514"/>
                  </a:cubicBezTo>
                  <a:cubicBezTo>
                    <a:pt x="306" y="527"/>
                    <a:pt x="328" y="535"/>
                    <a:pt x="349" y="538"/>
                  </a:cubicBezTo>
                  <a:cubicBezTo>
                    <a:pt x="295" y="532"/>
                    <a:pt x="232" y="524"/>
                    <a:pt x="179" y="523"/>
                  </a:cubicBezTo>
                  <a:cubicBezTo>
                    <a:pt x="127" y="522"/>
                    <a:pt x="48" y="539"/>
                    <a:pt x="0" y="582"/>
                  </a:cubicBezTo>
                  <a:cubicBezTo>
                    <a:pt x="69" y="610"/>
                    <a:pt x="149" y="669"/>
                    <a:pt x="180" y="750"/>
                  </a:cubicBezTo>
                  <a:cubicBezTo>
                    <a:pt x="231" y="748"/>
                    <a:pt x="267" y="720"/>
                    <a:pt x="307" y="690"/>
                  </a:cubicBezTo>
                  <a:cubicBezTo>
                    <a:pt x="313" y="685"/>
                    <a:pt x="319" y="680"/>
                    <a:pt x="327" y="679"/>
                  </a:cubicBezTo>
                  <a:cubicBezTo>
                    <a:pt x="332" y="679"/>
                    <a:pt x="338" y="680"/>
                    <a:pt x="343" y="682"/>
                  </a:cubicBezTo>
                  <a:cubicBezTo>
                    <a:pt x="365" y="689"/>
                    <a:pt x="466" y="740"/>
                    <a:pt x="594" y="734"/>
                  </a:cubicBezTo>
                  <a:cubicBezTo>
                    <a:pt x="692" y="729"/>
                    <a:pt x="777" y="688"/>
                    <a:pt x="817" y="613"/>
                  </a:cubicBezTo>
                  <a:cubicBezTo>
                    <a:pt x="856" y="540"/>
                    <a:pt x="860" y="462"/>
                    <a:pt x="864" y="440"/>
                  </a:cubicBezTo>
                  <a:cubicBezTo>
                    <a:pt x="868" y="419"/>
                    <a:pt x="888" y="408"/>
                    <a:pt x="907" y="402"/>
                  </a:cubicBezTo>
                  <a:cubicBezTo>
                    <a:pt x="905" y="381"/>
                    <a:pt x="908" y="354"/>
                    <a:pt x="905" y="332"/>
                  </a:cubicBezTo>
                  <a:cubicBezTo>
                    <a:pt x="865" y="299"/>
                    <a:pt x="804" y="277"/>
                    <a:pt x="752" y="28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8" name=""/>
            <p:cNvSpPr/>
            <p:nvPr/>
          </p:nvSpPr>
          <p:spPr>
            <a:xfrm>
              <a:off x="9140400" y="3718800"/>
              <a:ext cx="38880" cy="26640"/>
            </a:xfrm>
            <a:custGeom>
              <a:avLst/>
              <a:gdLst>
                <a:gd name="textAreaLeft" fmla="*/ 0 w 38880"/>
                <a:gd name="textAreaRight" fmla="*/ 39600 w 38880"/>
                <a:gd name="textAreaTop" fmla="*/ 0 h 26640"/>
                <a:gd name="textAreaBottom" fmla="*/ 27360 h 26640"/>
              </a:gdLst>
              <a:ahLst/>
              <a:cxnLst/>
              <a:rect l="textAreaLeft" t="textAreaTop" r="textAreaRight" b="textAreaBottom"/>
              <a:pathLst>
                <a:path w="110" h="76">
                  <a:moveTo>
                    <a:pt x="24" y="1"/>
                  </a:moveTo>
                  <a:cubicBezTo>
                    <a:pt x="21" y="0"/>
                    <a:pt x="17" y="0"/>
                    <a:pt x="14" y="0"/>
                  </a:cubicBezTo>
                  <a:cubicBezTo>
                    <a:pt x="8" y="1"/>
                    <a:pt x="6" y="3"/>
                    <a:pt x="4" y="8"/>
                  </a:cubicBezTo>
                  <a:cubicBezTo>
                    <a:pt x="-2" y="20"/>
                    <a:pt x="0" y="60"/>
                    <a:pt x="3" y="68"/>
                  </a:cubicBezTo>
                  <a:cubicBezTo>
                    <a:pt x="5" y="73"/>
                    <a:pt x="8" y="76"/>
                    <a:pt x="14" y="76"/>
                  </a:cubicBezTo>
                  <a:cubicBezTo>
                    <a:pt x="16" y="76"/>
                    <a:pt x="19" y="75"/>
                    <a:pt x="21" y="74"/>
                  </a:cubicBezTo>
                  <a:cubicBezTo>
                    <a:pt x="28" y="72"/>
                    <a:pt x="36" y="69"/>
                    <a:pt x="44" y="67"/>
                  </a:cubicBezTo>
                  <a:cubicBezTo>
                    <a:pt x="64" y="60"/>
                    <a:pt x="83" y="54"/>
                    <a:pt x="102" y="47"/>
                  </a:cubicBezTo>
                  <a:cubicBezTo>
                    <a:pt x="105" y="46"/>
                    <a:pt x="109" y="45"/>
                    <a:pt x="110" y="42"/>
                  </a:cubicBezTo>
                  <a:cubicBezTo>
                    <a:pt x="111" y="38"/>
                    <a:pt x="107" y="34"/>
                    <a:pt x="104" y="31"/>
                  </a:cubicBezTo>
                  <a:cubicBezTo>
                    <a:pt x="78" y="19"/>
                    <a:pt x="51" y="9"/>
                    <a:pt x="24" y="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9" name=""/>
            <p:cNvSpPr/>
            <p:nvPr/>
          </p:nvSpPr>
          <p:spPr>
            <a:xfrm>
              <a:off x="9094680" y="3720960"/>
              <a:ext cx="20160" cy="19440"/>
            </a:xfrm>
            <a:custGeom>
              <a:avLst/>
              <a:gdLst>
                <a:gd name="textAreaLeft" fmla="*/ 0 w 20160"/>
                <a:gd name="textAreaRight" fmla="*/ 20880 w 20160"/>
                <a:gd name="textAreaTop" fmla="*/ 0 h 19440"/>
                <a:gd name="textAreaBottom" fmla="*/ 20160 h 19440"/>
              </a:gdLst>
              <a:ahLst/>
              <a:cxnLst/>
              <a:rect l="textAreaLeft" t="textAreaTop" r="textAreaRight" b="textAreaBottom"/>
              <a:pathLst>
                <a:path w="58" h="56">
                  <a:moveTo>
                    <a:pt x="0" y="28"/>
                  </a:moveTo>
                  <a:cubicBezTo>
                    <a:pt x="0" y="33"/>
                    <a:pt x="2" y="38"/>
                    <a:pt x="4" y="42"/>
                  </a:cubicBezTo>
                  <a:cubicBezTo>
                    <a:pt x="6" y="46"/>
                    <a:pt x="10" y="50"/>
                    <a:pt x="14" y="52"/>
                  </a:cubicBezTo>
                  <a:cubicBezTo>
                    <a:pt x="19" y="55"/>
                    <a:pt x="24" y="56"/>
                    <a:pt x="29" y="56"/>
                  </a:cubicBezTo>
                  <a:cubicBezTo>
                    <a:pt x="34" y="56"/>
                    <a:pt x="39" y="55"/>
                    <a:pt x="43" y="52"/>
                  </a:cubicBezTo>
                  <a:cubicBezTo>
                    <a:pt x="48" y="50"/>
                    <a:pt x="52" y="46"/>
                    <a:pt x="54" y="42"/>
                  </a:cubicBezTo>
                  <a:cubicBezTo>
                    <a:pt x="57" y="38"/>
                    <a:pt x="58" y="33"/>
                    <a:pt x="58" y="28"/>
                  </a:cubicBezTo>
                  <a:cubicBezTo>
                    <a:pt x="58" y="23"/>
                    <a:pt x="57" y="18"/>
                    <a:pt x="54" y="14"/>
                  </a:cubicBezTo>
                  <a:cubicBezTo>
                    <a:pt x="51" y="10"/>
                    <a:pt x="48" y="6"/>
                    <a:pt x="43" y="4"/>
                  </a:cubicBezTo>
                  <a:cubicBezTo>
                    <a:pt x="39" y="1"/>
                    <a:pt x="34" y="0"/>
                    <a:pt x="29" y="0"/>
                  </a:cubicBezTo>
                  <a:cubicBezTo>
                    <a:pt x="24" y="0"/>
                    <a:pt x="19" y="1"/>
                    <a:pt x="14" y="4"/>
                  </a:cubicBezTo>
                  <a:cubicBezTo>
                    <a:pt x="10" y="6"/>
                    <a:pt x="6" y="10"/>
                    <a:pt x="4" y="14"/>
                  </a:cubicBezTo>
                  <a:cubicBezTo>
                    <a:pt x="2" y="18"/>
                    <a:pt x="0" y="23"/>
                    <a:pt x="0" y="2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0" name=""/>
            <p:cNvSpPr/>
            <p:nvPr/>
          </p:nvSpPr>
          <p:spPr>
            <a:xfrm>
              <a:off x="8844480" y="3641760"/>
              <a:ext cx="49320" cy="19440"/>
            </a:xfrm>
            <a:custGeom>
              <a:avLst/>
              <a:gdLst>
                <a:gd name="textAreaLeft" fmla="*/ 0 w 49320"/>
                <a:gd name="textAreaRight" fmla="*/ 50040 w 49320"/>
                <a:gd name="textAreaTop" fmla="*/ 0 h 19440"/>
                <a:gd name="textAreaBottom" fmla="*/ 20160 h 19440"/>
              </a:gdLst>
              <a:ahLst/>
              <a:cxnLst/>
              <a:rect l="textAreaLeft" t="textAreaTop" r="textAreaRight" b="textAreaBottom"/>
              <a:pathLst>
                <a:path w="139" h="56">
                  <a:moveTo>
                    <a:pt x="77" y="27"/>
                  </a:moveTo>
                  <a:cubicBezTo>
                    <a:pt x="80" y="29"/>
                    <a:pt x="100" y="38"/>
                    <a:pt x="118" y="45"/>
                  </a:cubicBezTo>
                  <a:cubicBezTo>
                    <a:pt x="127" y="48"/>
                    <a:pt x="139" y="52"/>
                    <a:pt x="139" y="54"/>
                  </a:cubicBezTo>
                  <a:cubicBezTo>
                    <a:pt x="139" y="58"/>
                    <a:pt x="128" y="56"/>
                    <a:pt x="119" y="54"/>
                  </a:cubicBezTo>
                  <a:cubicBezTo>
                    <a:pt x="96" y="49"/>
                    <a:pt x="71" y="41"/>
                    <a:pt x="50" y="30"/>
                  </a:cubicBezTo>
                  <a:cubicBezTo>
                    <a:pt x="44" y="28"/>
                    <a:pt x="9" y="9"/>
                    <a:pt x="0" y="3"/>
                  </a:cubicBezTo>
                  <a:cubicBezTo>
                    <a:pt x="7" y="0"/>
                    <a:pt x="17" y="0"/>
                    <a:pt x="24" y="0"/>
                  </a:cubicBezTo>
                  <a:cubicBezTo>
                    <a:pt x="42" y="11"/>
                    <a:pt x="58" y="19"/>
                    <a:pt x="77" y="2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1" name=""/>
            <p:cNvSpPr/>
            <p:nvPr/>
          </p:nvSpPr>
          <p:spPr>
            <a:xfrm>
              <a:off x="8861400" y="3690720"/>
              <a:ext cx="56160" cy="10800"/>
            </a:xfrm>
            <a:custGeom>
              <a:avLst/>
              <a:gdLst>
                <a:gd name="textAreaLeft" fmla="*/ 0 w 56160"/>
                <a:gd name="textAreaRight" fmla="*/ 56880 w 56160"/>
                <a:gd name="textAreaTop" fmla="*/ 0 h 10800"/>
                <a:gd name="textAreaBottom" fmla="*/ 11520 h 10800"/>
              </a:gdLst>
              <a:ahLst/>
              <a:cxnLst/>
              <a:rect l="textAreaLeft" t="textAreaTop" r="textAreaRight" b="textAreaBottom"/>
              <a:pathLst>
                <a:path w="158" h="32">
                  <a:moveTo>
                    <a:pt x="125" y="23"/>
                  </a:moveTo>
                  <a:cubicBezTo>
                    <a:pt x="136" y="25"/>
                    <a:pt x="158" y="25"/>
                    <a:pt x="158" y="29"/>
                  </a:cubicBezTo>
                  <a:cubicBezTo>
                    <a:pt x="158" y="32"/>
                    <a:pt x="139" y="32"/>
                    <a:pt x="127" y="32"/>
                  </a:cubicBezTo>
                  <a:cubicBezTo>
                    <a:pt x="84" y="32"/>
                    <a:pt x="37" y="26"/>
                    <a:pt x="0" y="8"/>
                  </a:cubicBezTo>
                  <a:cubicBezTo>
                    <a:pt x="4" y="4"/>
                    <a:pt x="13" y="0"/>
                    <a:pt x="19" y="0"/>
                  </a:cubicBezTo>
                  <a:cubicBezTo>
                    <a:pt x="60" y="16"/>
                    <a:pt x="110" y="21"/>
                    <a:pt x="125" y="2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2" name=""/>
            <p:cNvSpPr/>
            <p:nvPr/>
          </p:nvSpPr>
          <p:spPr>
            <a:xfrm>
              <a:off x="8887320" y="3728520"/>
              <a:ext cx="50760" cy="6480"/>
            </a:xfrm>
            <a:custGeom>
              <a:avLst/>
              <a:gdLst>
                <a:gd name="textAreaLeft" fmla="*/ 0 w 50760"/>
                <a:gd name="textAreaRight" fmla="*/ 51480 w 50760"/>
                <a:gd name="textAreaTop" fmla="*/ 0 h 6480"/>
                <a:gd name="textAreaBottom" fmla="*/ 7200 h 6480"/>
              </a:gdLst>
              <a:ahLst/>
              <a:cxnLst/>
              <a:rect l="textAreaLeft" t="textAreaTop" r="textAreaRight" b="textAreaBottom"/>
              <a:pathLst>
                <a:path w="143" h="20">
                  <a:moveTo>
                    <a:pt x="106" y="9"/>
                  </a:moveTo>
                  <a:cubicBezTo>
                    <a:pt x="126" y="11"/>
                    <a:pt x="142" y="9"/>
                    <a:pt x="143" y="12"/>
                  </a:cubicBezTo>
                  <a:cubicBezTo>
                    <a:pt x="144" y="17"/>
                    <a:pt x="123" y="18"/>
                    <a:pt x="112" y="18"/>
                  </a:cubicBezTo>
                  <a:cubicBezTo>
                    <a:pt x="79" y="20"/>
                    <a:pt x="56" y="22"/>
                    <a:pt x="19" y="15"/>
                  </a:cubicBezTo>
                  <a:cubicBezTo>
                    <a:pt x="15" y="15"/>
                    <a:pt x="-1" y="12"/>
                    <a:pt x="0" y="10"/>
                  </a:cubicBezTo>
                  <a:cubicBezTo>
                    <a:pt x="3" y="6"/>
                    <a:pt x="11" y="1"/>
                    <a:pt x="16" y="0"/>
                  </a:cubicBezTo>
                  <a:cubicBezTo>
                    <a:pt x="37" y="5"/>
                    <a:pt x="85" y="8"/>
                    <a:pt x="106" y="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3" name=""/>
            <p:cNvSpPr/>
            <p:nvPr/>
          </p:nvSpPr>
          <p:spPr>
            <a:xfrm>
              <a:off x="8919000" y="3765240"/>
              <a:ext cx="46440" cy="6120"/>
            </a:xfrm>
            <a:custGeom>
              <a:avLst/>
              <a:gdLst>
                <a:gd name="textAreaLeft" fmla="*/ 0 w 46440"/>
                <a:gd name="textAreaRight" fmla="*/ 47160 w 46440"/>
                <a:gd name="textAreaTop" fmla="*/ 0 h 6120"/>
                <a:gd name="textAreaBottom" fmla="*/ 6840 h 6120"/>
              </a:gdLst>
              <a:ahLst/>
              <a:cxnLst/>
              <a:rect l="textAreaLeft" t="textAreaTop" r="textAreaRight" b="textAreaBottom"/>
              <a:pathLst>
                <a:path w="131" h="19">
                  <a:moveTo>
                    <a:pt x="7" y="0"/>
                  </a:moveTo>
                  <a:cubicBezTo>
                    <a:pt x="24" y="3"/>
                    <a:pt x="38" y="5"/>
                    <a:pt x="55" y="6"/>
                  </a:cubicBezTo>
                  <a:cubicBezTo>
                    <a:pt x="67" y="7"/>
                    <a:pt x="85" y="9"/>
                    <a:pt x="101" y="9"/>
                  </a:cubicBezTo>
                  <a:cubicBezTo>
                    <a:pt x="114" y="10"/>
                    <a:pt x="131" y="8"/>
                    <a:pt x="131" y="11"/>
                  </a:cubicBezTo>
                  <a:cubicBezTo>
                    <a:pt x="131" y="16"/>
                    <a:pt x="112" y="18"/>
                    <a:pt x="99" y="19"/>
                  </a:cubicBezTo>
                  <a:cubicBezTo>
                    <a:pt x="70" y="19"/>
                    <a:pt x="37" y="19"/>
                    <a:pt x="3" y="11"/>
                  </a:cubicBezTo>
                  <a:cubicBezTo>
                    <a:pt x="2" y="11"/>
                    <a:pt x="0" y="9"/>
                    <a:pt x="0" y="9"/>
                  </a:cubicBezTo>
                  <a:cubicBezTo>
                    <a:pt x="2" y="6"/>
                    <a:pt x="5" y="2"/>
                    <a:pt x="7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184" name=""/>
          <p:cNvGrpSpPr/>
          <p:nvPr/>
        </p:nvGrpSpPr>
        <p:grpSpPr>
          <a:xfrm>
            <a:off x="8460000" y="3780000"/>
            <a:ext cx="359280" cy="269280"/>
            <a:chOff x="8460000" y="3780000"/>
            <a:chExt cx="359280" cy="269280"/>
          </a:xfrm>
        </p:grpSpPr>
        <p:sp>
          <p:nvSpPr>
            <p:cNvPr id="185" name=""/>
            <p:cNvSpPr/>
            <p:nvPr/>
          </p:nvSpPr>
          <p:spPr>
            <a:xfrm>
              <a:off x="8608680" y="3780000"/>
              <a:ext cx="86760" cy="155880"/>
            </a:xfrm>
            <a:custGeom>
              <a:avLst/>
              <a:gdLst>
                <a:gd name="textAreaLeft" fmla="*/ 0 w 86760"/>
                <a:gd name="textAreaRight" fmla="*/ 87480 w 86760"/>
                <a:gd name="textAreaTop" fmla="*/ 0 h 155880"/>
                <a:gd name="textAreaBottom" fmla="*/ 156600 h 155880"/>
              </a:gdLst>
              <a:ahLst/>
              <a:cxnLst/>
              <a:rect l="textAreaLeft" t="textAreaTop" r="textAreaRight" b="textAreaBottom"/>
              <a:pathLst>
                <a:path w="243" h="435">
                  <a:moveTo>
                    <a:pt x="200" y="140"/>
                  </a:moveTo>
                  <a:cubicBezTo>
                    <a:pt x="157" y="59"/>
                    <a:pt x="65" y="-11"/>
                    <a:pt x="27" y="1"/>
                  </a:cubicBezTo>
                  <a:cubicBezTo>
                    <a:pt x="-1" y="14"/>
                    <a:pt x="31" y="68"/>
                    <a:pt x="57" y="97"/>
                  </a:cubicBezTo>
                  <a:cubicBezTo>
                    <a:pt x="60" y="99"/>
                    <a:pt x="58" y="103"/>
                    <a:pt x="54" y="103"/>
                  </a:cubicBezTo>
                  <a:cubicBezTo>
                    <a:pt x="42" y="100"/>
                    <a:pt x="28" y="100"/>
                    <a:pt x="22" y="107"/>
                  </a:cubicBezTo>
                  <a:cubicBezTo>
                    <a:pt x="8" y="124"/>
                    <a:pt x="28" y="148"/>
                    <a:pt x="45" y="164"/>
                  </a:cubicBezTo>
                  <a:cubicBezTo>
                    <a:pt x="48" y="166"/>
                    <a:pt x="46" y="171"/>
                    <a:pt x="42" y="170"/>
                  </a:cubicBezTo>
                  <a:cubicBezTo>
                    <a:pt x="27" y="167"/>
                    <a:pt x="12" y="167"/>
                    <a:pt x="7" y="173"/>
                  </a:cubicBezTo>
                  <a:cubicBezTo>
                    <a:pt x="-14" y="198"/>
                    <a:pt x="17" y="271"/>
                    <a:pt x="35" y="298"/>
                  </a:cubicBezTo>
                  <a:cubicBezTo>
                    <a:pt x="57" y="330"/>
                    <a:pt x="80" y="362"/>
                    <a:pt x="109" y="387"/>
                  </a:cubicBezTo>
                  <a:cubicBezTo>
                    <a:pt x="139" y="413"/>
                    <a:pt x="176" y="432"/>
                    <a:pt x="215" y="435"/>
                  </a:cubicBezTo>
                  <a:cubicBezTo>
                    <a:pt x="217" y="435"/>
                    <a:pt x="219" y="435"/>
                    <a:pt x="220" y="435"/>
                  </a:cubicBezTo>
                  <a:cubicBezTo>
                    <a:pt x="222" y="434"/>
                    <a:pt x="223" y="431"/>
                    <a:pt x="224" y="429"/>
                  </a:cubicBezTo>
                  <a:cubicBezTo>
                    <a:pt x="231" y="411"/>
                    <a:pt x="233" y="404"/>
                    <a:pt x="236" y="389"/>
                  </a:cubicBezTo>
                  <a:cubicBezTo>
                    <a:pt x="239" y="328"/>
                    <a:pt x="262" y="259"/>
                    <a:pt x="200" y="14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6" name=""/>
            <p:cNvSpPr/>
            <p:nvPr/>
          </p:nvSpPr>
          <p:spPr>
            <a:xfrm>
              <a:off x="8460000" y="3780000"/>
              <a:ext cx="325800" cy="269280"/>
            </a:xfrm>
            <a:custGeom>
              <a:avLst/>
              <a:gdLst>
                <a:gd name="textAreaLeft" fmla="*/ 0 w 325800"/>
                <a:gd name="textAreaRight" fmla="*/ 326520 w 325800"/>
                <a:gd name="textAreaTop" fmla="*/ 0 h 269280"/>
                <a:gd name="textAreaBottom" fmla="*/ 270000 h 269280"/>
              </a:gdLst>
              <a:ahLst/>
              <a:cxnLst/>
              <a:rect l="textAreaLeft" t="textAreaTop" r="textAreaRight" b="textAreaBottom"/>
              <a:pathLst>
                <a:path w="907" h="750">
                  <a:moveTo>
                    <a:pt x="752" y="285"/>
                  </a:moveTo>
                  <a:cubicBezTo>
                    <a:pt x="700" y="293"/>
                    <a:pt x="647" y="342"/>
                    <a:pt x="620" y="386"/>
                  </a:cubicBezTo>
                  <a:cubicBezTo>
                    <a:pt x="619" y="389"/>
                    <a:pt x="616" y="392"/>
                    <a:pt x="613" y="393"/>
                  </a:cubicBezTo>
                  <a:cubicBezTo>
                    <a:pt x="609" y="393"/>
                    <a:pt x="606" y="390"/>
                    <a:pt x="603" y="388"/>
                  </a:cubicBezTo>
                  <a:cubicBezTo>
                    <a:pt x="575" y="362"/>
                    <a:pt x="538" y="329"/>
                    <a:pt x="492" y="272"/>
                  </a:cubicBezTo>
                  <a:cubicBezTo>
                    <a:pt x="472" y="247"/>
                    <a:pt x="373" y="128"/>
                    <a:pt x="276" y="60"/>
                  </a:cubicBezTo>
                  <a:cubicBezTo>
                    <a:pt x="192" y="2"/>
                    <a:pt x="86" y="-13"/>
                    <a:pt x="50" y="11"/>
                  </a:cubicBezTo>
                  <a:cubicBezTo>
                    <a:pt x="33" y="22"/>
                    <a:pt x="30" y="47"/>
                    <a:pt x="37" y="66"/>
                  </a:cubicBezTo>
                  <a:cubicBezTo>
                    <a:pt x="45" y="85"/>
                    <a:pt x="71" y="107"/>
                    <a:pt x="91" y="116"/>
                  </a:cubicBezTo>
                  <a:cubicBezTo>
                    <a:pt x="66" y="113"/>
                    <a:pt x="34" y="133"/>
                    <a:pt x="34" y="157"/>
                  </a:cubicBezTo>
                  <a:cubicBezTo>
                    <a:pt x="34" y="199"/>
                    <a:pt x="109" y="245"/>
                    <a:pt x="133" y="252"/>
                  </a:cubicBezTo>
                  <a:cubicBezTo>
                    <a:pt x="112" y="253"/>
                    <a:pt x="95" y="277"/>
                    <a:pt x="100" y="297"/>
                  </a:cubicBezTo>
                  <a:cubicBezTo>
                    <a:pt x="109" y="336"/>
                    <a:pt x="181" y="354"/>
                    <a:pt x="203" y="357"/>
                  </a:cubicBezTo>
                  <a:cubicBezTo>
                    <a:pt x="183" y="361"/>
                    <a:pt x="172" y="386"/>
                    <a:pt x="179" y="405"/>
                  </a:cubicBezTo>
                  <a:cubicBezTo>
                    <a:pt x="190" y="435"/>
                    <a:pt x="262" y="454"/>
                    <a:pt x="282" y="458"/>
                  </a:cubicBezTo>
                  <a:cubicBezTo>
                    <a:pt x="264" y="474"/>
                    <a:pt x="271" y="500"/>
                    <a:pt x="290" y="514"/>
                  </a:cubicBezTo>
                  <a:cubicBezTo>
                    <a:pt x="306" y="527"/>
                    <a:pt x="328" y="535"/>
                    <a:pt x="349" y="538"/>
                  </a:cubicBezTo>
                  <a:cubicBezTo>
                    <a:pt x="295" y="532"/>
                    <a:pt x="232" y="524"/>
                    <a:pt x="179" y="523"/>
                  </a:cubicBezTo>
                  <a:cubicBezTo>
                    <a:pt x="127" y="522"/>
                    <a:pt x="48" y="539"/>
                    <a:pt x="0" y="582"/>
                  </a:cubicBezTo>
                  <a:cubicBezTo>
                    <a:pt x="69" y="610"/>
                    <a:pt x="149" y="669"/>
                    <a:pt x="180" y="750"/>
                  </a:cubicBezTo>
                  <a:cubicBezTo>
                    <a:pt x="231" y="748"/>
                    <a:pt x="267" y="720"/>
                    <a:pt x="307" y="690"/>
                  </a:cubicBezTo>
                  <a:cubicBezTo>
                    <a:pt x="313" y="685"/>
                    <a:pt x="319" y="680"/>
                    <a:pt x="327" y="679"/>
                  </a:cubicBezTo>
                  <a:cubicBezTo>
                    <a:pt x="332" y="679"/>
                    <a:pt x="338" y="680"/>
                    <a:pt x="343" y="682"/>
                  </a:cubicBezTo>
                  <a:cubicBezTo>
                    <a:pt x="365" y="689"/>
                    <a:pt x="466" y="740"/>
                    <a:pt x="594" y="734"/>
                  </a:cubicBezTo>
                  <a:cubicBezTo>
                    <a:pt x="692" y="729"/>
                    <a:pt x="777" y="688"/>
                    <a:pt x="817" y="613"/>
                  </a:cubicBezTo>
                  <a:cubicBezTo>
                    <a:pt x="856" y="540"/>
                    <a:pt x="860" y="462"/>
                    <a:pt x="864" y="440"/>
                  </a:cubicBezTo>
                  <a:cubicBezTo>
                    <a:pt x="868" y="419"/>
                    <a:pt x="888" y="408"/>
                    <a:pt x="907" y="402"/>
                  </a:cubicBezTo>
                  <a:cubicBezTo>
                    <a:pt x="905" y="381"/>
                    <a:pt x="908" y="354"/>
                    <a:pt x="905" y="332"/>
                  </a:cubicBezTo>
                  <a:cubicBezTo>
                    <a:pt x="865" y="299"/>
                    <a:pt x="804" y="277"/>
                    <a:pt x="752" y="28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7" name=""/>
            <p:cNvSpPr/>
            <p:nvPr/>
          </p:nvSpPr>
          <p:spPr>
            <a:xfrm>
              <a:off x="8780400" y="3898800"/>
              <a:ext cx="38880" cy="26640"/>
            </a:xfrm>
            <a:custGeom>
              <a:avLst/>
              <a:gdLst>
                <a:gd name="textAreaLeft" fmla="*/ 0 w 38880"/>
                <a:gd name="textAreaRight" fmla="*/ 39600 w 38880"/>
                <a:gd name="textAreaTop" fmla="*/ 0 h 26640"/>
                <a:gd name="textAreaBottom" fmla="*/ 27360 h 26640"/>
              </a:gdLst>
              <a:ahLst/>
              <a:cxnLst/>
              <a:rect l="textAreaLeft" t="textAreaTop" r="textAreaRight" b="textAreaBottom"/>
              <a:pathLst>
                <a:path w="110" h="76">
                  <a:moveTo>
                    <a:pt x="24" y="1"/>
                  </a:moveTo>
                  <a:cubicBezTo>
                    <a:pt x="21" y="0"/>
                    <a:pt x="17" y="0"/>
                    <a:pt x="14" y="0"/>
                  </a:cubicBezTo>
                  <a:cubicBezTo>
                    <a:pt x="8" y="1"/>
                    <a:pt x="6" y="3"/>
                    <a:pt x="4" y="8"/>
                  </a:cubicBezTo>
                  <a:cubicBezTo>
                    <a:pt x="-2" y="20"/>
                    <a:pt x="0" y="60"/>
                    <a:pt x="3" y="68"/>
                  </a:cubicBezTo>
                  <a:cubicBezTo>
                    <a:pt x="5" y="73"/>
                    <a:pt x="8" y="76"/>
                    <a:pt x="14" y="76"/>
                  </a:cubicBezTo>
                  <a:cubicBezTo>
                    <a:pt x="16" y="76"/>
                    <a:pt x="19" y="75"/>
                    <a:pt x="21" y="74"/>
                  </a:cubicBezTo>
                  <a:cubicBezTo>
                    <a:pt x="28" y="72"/>
                    <a:pt x="36" y="69"/>
                    <a:pt x="44" y="67"/>
                  </a:cubicBezTo>
                  <a:cubicBezTo>
                    <a:pt x="64" y="60"/>
                    <a:pt x="83" y="54"/>
                    <a:pt x="102" y="47"/>
                  </a:cubicBezTo>
                  <a:cubicBezTo>
                    <a:pt x="105" y="46"/>
                    <a:pt x="109" y="45"/>
                    <a:pt x="110" y="42"/>
                  </a:cubicBezTo>
                  <a:cubicBezTo>
                    <a:pt x="111" y="38"/>
                    <a:pt x="107" y="34"/>
                    <a:pt x="104" y="31"/>
                  </a:cubicBezTo>
                  <a:cubicBezTo>
                    <a:pt x="78" y="19"/>
                    <a:pt x="51" y="9"/>
                    <a:pt x="24" y="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8" name=""/>
            <p:cNvSpPr/>
            <p:nvPr/>
          </p:nvSpPr>
          <p:spPr>
            <a:xfrm>
              <a:off x="8734680" y="3900960"/>
              <a:ext cx="20160" cy="19440"/>
            </a:xfrm>
            <a:custGeom>
              <a:avLst/>
              <a:gdLst>
                <a:gd name="textAreaLeft" fmla="*/ 0 w 20160"/>
                <a:gd name="textAreaRight" fmla="*/ 20880 w 20160"/>
                <a:gd name="textAreaTop" fmla="*/ 0 h 19440"/>
                <a:gd name="textAreaBottom" fmla="*/ 20160 h 19440"/>
              </a:gdLst>
              <a:ahLst/>
              <a:cxnLst/>
              <a:rect l="textAreaLeft" t="textAreaTop" r="textAreaRight" b="textAreaBottom"/>
              <a:pathLst>
                <a:path w="58" h="56">
                  <a:moveTo>
                    <a:pt x="0" y="28"/>
                  </a:moveTo>
                  <a:cubicBezTo>
                    <a:pt x="0" y="33"/>
                    <a:pt x="2" y="38"/>
                    <a:pt x="4" y="42"/>
                  </a:cubicBezTo>
                  <a:cubicBezTo>
                    <a:pt x="6" y="46"/>
                    <a:pt x="10" y="50"/>
                    <a:pt x="14" y="52"/>
                  </a:cubicBezTo>
                  <a:cubicBezTo>
                    <a:pt x="19" y="55"/>
                    <a:pt x="24" y="56"/>
                    <a:pt x="29" y="56"/>
                  </a:cubicBezTo>
                  <a:cubicBezTo>
                    <a:pt x="34" y="56"/>
                    <a:pt x="39" y="55"/>
                    <a:pt x="43" y="52"/>
                  </a:cubicBezTo>
                  <a:cubicBezTo>
                    <a:pt x="48" y="50"/>
                    <a:pt x="52" y="46"/>
                    <a:pt x="54" y="42"/>
                  </a:cubicBezTo>
                  <a:cubicBezTo>
                    <a:pt x="57" y="38"/>
                    <a:pt x="58" y="33"/>
                    <a:pt x="58" y="28"/>
                  </a:cubicBezTo>
                  <a:cubicBezTo>
                    <a:pt x="58" y="23"/>
                    <a:pt x="57" y="18"/>
                    <a:pt x="54" y="14"/>
                  </a:cubicBezTo>
                  <a:cubicBezTo>
                    <a:pt x="51" y="10"/>
                    <a:pt x="48" y="6"/>
                    <a:pt x="43" y="4"/>
                  </a:cubicBezTo>
                  <a:cubicBezTo>
                    <a:pt x="39" y="1"/>
                    <a:pt x="34" y="0"/>
                    <a:pt x="29" y="0"/>
                  </a:cubicBezTo>
                  <a:cubicBezTo>
                    <a:pt x="24" y="0"/>
                    <a:pt x="19" y="1"/>
                    <a:pt x="14" y="4"/>
                  </a:cubicBezTo>
                  <a:cubicBezTo>
                    <a:pt x="10" y="6"/>
                    <a:pt x="6" y="10"/>
                    <a:pt x="4" y="14"/>
                  </a:cubicBezTo>
                  <a:cubicBezTo>
                    <a:pt x="2" y="18"/>
                    <a:pt x="0" y="23"/>
                    <a:pt x="0" y="2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9" name=""/>
            <p:cNvSpPr/>
            <p:nvPr/>
          </p:nvSpPr>
          <p:spPr>
            <a:xfrm>
              <a:off x="8484480" y="3821760"/>
              <a:ext cx="49320" cy="19440"/>
            </a:xfrm>
            <a:custGeom>
              <a:avLst/>
              <a:gdLst>
                <a:gd name="textAreaLeft" fmla="*/ 0 w 49320"/>
                <a:gd name="textAreaRight" fmla="*/ 50040 w 49320"/>
                <a:gd name="textAreaTop" fmla="*/ 0 h 19440"/>
                <a:gd name="textAreaBottom" fmla="*/ 20160 h 19440"/>
              </a:gdLst>
              <a:ahLst/>
              <a:cxnLst/>
              <a:rect l="textAreaLeft" t="textAreaTop" r="textAreaRight" b="textAreaBottom"/>
              <a:pathLst>
                <a:path w="139" h="56">
                  <a:moveTo>
                    <a:pt x="77" y="27"/>
                  </a:moveTo>
                  <a:cubicBezTo>
                    <a:pt x="80" y="29"/>
                    <a:pt x="100" y="38"/>
                    <a:pt x="118" y="45"/>
                  </a:cubicBezTo>
                  <a:cubicBezTo>
                    <a:pt x="127" y="48"/>
                    <a:pt x="139" y="52"/>
                    <a:pt x="139" y="54"/>
                  </a:cubicBezTo>
                  <a:cubicBezTo>
                    <a:pt x="139" y="58"/>
                    <a:pt x="128" y="56"/>
                    <a:pt x="119" y="54"/>
                  </a:cubicBezTo>
                  <a:cubicBezTo>
                    <a:pt x="96" y="49"/>
                    <a:pt x="71" y="41"/>
                    <a:pt x="50" y="30"/>
                  </a:cubicBezTo>
                  <a:cubicBezTo>
                    <a:pt x="44" y="28"/>
                    <a:pt x="9" y="9"/>
                    <a:pt x="0" y="3"/>
                  </a:cubicBezTo>
                  <a:cubicBezTo>
                    <a:pt x="7" y="0"/>
                    <a:pt x="17" y="0"/>
                    <a:pt x="24" y="0"/>
                  </a:cubicBezTo>
                  <a:cubicBezTo>
                    <a:pt x="42" y="11"/>
                    <a:pt x="58" y="19"/>
                    <a:pt x="77" y="2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90" name=""/>
            <p:cNvSpPr/>
            <p:nvPr/>
          </p:nvSpPr>
          <p:spPr>
            <a:xfrm>
              <a:off x="8501400" y="3870720"/>
              <a:ext cx="56160" cy="10800"/>
            </a:xfrm>
            <a:custGeom>
              <a:avLst/>
              <a:gdLst>
                <a:gd name="textAreaLeft" fmla="*/ 0 w 56160"/>
                <a:gd name="textAreaRight" fmla="*/ 56880 w 56160"/>
                <a:gd name="textAreaTop" fmla="*/ 0 h 10800"/>
                <a:gd name="textAreaBottom" fmla="*/ 11520 h 10800"/>
              </a:gdLst>
              <a:ahLst/>
              <a:cxnLst/>
              <a:rect l="textAreaLeft" t="textAreaTop" r="textAreaRight" b="textAreaBottom"/>
              <a:pathLst>
                <a:path w="158" h="32">
                  <a:moveTo>
                    <a:pt x="125" y="23"/>
                  </a:moveTo>
                  <a:cubicBezTo>
                    <a:pt x="136" y="25"/>
                    <a:pt x="158" y="25"/>
                    <a:pt x="158" y="29"/>
                  </a:cubicBezTo>
                  <a:cubicBezTo>
                    <a:pt x="158" y="32"/>
                    <a:pt x="139" y="32"/>
                    <a:pt x="127" y="32"/>
                  </a:cubicBezTo>
                  <a:cubicBezTo>
                    <a:pt x="84" y="32"/>
                    <a:pt x="37" y="26"/>
                    <a:pt x="0" y="8"/>
                  </a:cubicBezTo>
                  <a:cubicBezTo>
                    <a:pt x="4" y="4"/>
                    <a:pt x="13" y="0"/>
                    <a:pt x="19" y="0"/>
                  </a:cubicBezTo>
                  <a:cubicBezTo>
                    <a:pt x="60" y="16"/>
                    <a:pt x="110" y="21"/>
                    <a:pt x="125" y="2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91" name=""/>
            <p:cNvSpPr/>
            <p:nvPr/>
          </p:nvSpPr>
          <p:spPr>
            <a:xfrm>
              <a:off x="8527320" y="3908520"/>
              <a:ext cx="50760" cy="6480"/>
            </a:xfrm>
            <a:custGeom>
              <a:avLst/>
              <a:gdLst>
                <a:gd name="textAreaLeft" fmla="*/ 0 w 50760"/>
                <a:gd name="textAreaRight" fmla="*/ 51480 w 50760"/>
                <a:gd name="textAreaTop" fmla="*/ 0 h 6480"/>
                <a:gd name="textAreaBottom" fmla="*/ 7200 h 6480"/>
              </a:gdLst>
              <a:ahLst/>
              <a:cxnLst/>
              <a:rect l="textAreaLeft" t="textAreaTop" r="textAreaRight" b="textAreaBottom"/>
              <a:pathLst>
                <a:path w="143" h="20">
                  <a:moveTo>
                    <a:pt x="106" y="9"/>
                  </a:moveTo>
                  <a:cubicBezTo>
                    <a:pt x="126" y="11"/>
                    <a:pt x="142" y="9"/>
                    <a:pt x="143" y="12"/>
                  </a:cubicBezTo>
                  <a:cubicBezTo>
                    <a:pt x="144" y="17"/>
                    <a:pt x="123" y="18"/>
                    <a:pt x="112" y="18"/>
                  </a:cubicBezTo>
                  <a:cubicBezTo>
                    <a:pt x="79" y="20"/>
                    <a:pt x="56" y="22"/>
                    <a:pt x="19" y="15"/>
                  </a:cubicBezTo>
                  <a:cubicBezTo>
                    <a:pt x="15" y="15"/>
                    <a:pt x="-1" y="12"/>
                    <a:pt x="0" y="10"/>
                  </a:cubicBezTo>
                  <a:cubicBezTo>
                    <a:pt x="3" y="6"/>
                    <a:pt x="11" y="1"/>
                    <a:pt x="16" y="0"/>
                  </a:cubicBezTo>
                  <a:cubicBezTo>
                    <a:pt x="37" y="5"/>
                    <a:pt x="85" y="8"/>
                    <a:pt x="106" y="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92" name=""/>
            <p:cNvSpPr/>
            <p:nvPr/>
          </p:nvSpPr>
          <p:spPr>
            <a:xfrm>
              <a:off x="8559000" y="3945240"/>
              <a:ext cx="46440" cy="6120"/>
            </a:xfrm>
            <a:custGeom>
              <a:avLst/>
              <a:gdLst>
                <a:gd name="textAreaLeft" fmla="*/ 0 w 46440"/>
                <a:gd name="textAreaRight" fmla="*/ 47160 w 46440"/>
                <a:gd name="textAreaTop" fmla="*/ 0 h 6120"/>
                <a:gd name="textAreaBottom" fmla="*/ 6840 h 6120"/>
              </a:gdLst>
              <a:ahLst/>
              <a:cxnLst/>
              <a:rect l="textAreaLeft" t="textAreaTop" r="textAreaRight" b="textAreaBottom"/>
              <a:pathLst>
                <a:path w="131" h="19">
                  <a:moveTo>
                    <a:pt x="7" y="0"/>
                  </a:moveTo>
                  <a:cubicBezTo>
                    <a:pt x="24" y="3"/>
                    <a:pt x="38" y="5"/>
                    <a:pt x="55" y="6"/>
                  </a:cubicBezTo>
                  <a:cubicBezTo>
                    <a:pt x="67" y="7"/>
                    <a:pt x="85" y="9"/>
                    <a:pt x="101" y="9"/>
                  </a:cubicBezTo>
                  <a:cubicBezTo>
                    <a:pt x="114" y="10"/>
                    <a:pt x="131" y="8"/>
                    <a:pt x="131" y="11"/>
                  </a:cubicBezTo>
                  <a:cubicBezTo>
                    <a:pt x="131" y="16"/>
                    <a:pt x="112" y="18"/>
                    <a:pt x="99" y="19"/>
                  </a:cubicBezTo>
                  <a:cubicBezTo>
                    <a:pt x="70" y="19"/>
                    <a:pt x="37" y="19"/>
                    <a:pt x="3" y="11"/>
                  </a:cubicBezTo>
                  <a:cubicBezTo>
                    <a:pt x="2" y="11"/>
                    <a:pt x="0" y="9"/>
                    <a:pt x="0" y="9"/>
                  </a:cubicBezTo>
                  <a:cubicBezTo>
                    <a:pt x="2" y="6"/>
                    <a:pt x="5" y="2"/>
                    <a:pt x="7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999280" cy="8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8999280" cy="341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63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42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dt" idx="4"/>
          </p:nvPr>
        </p:nvSpPr>
        <p:spPr>
          <a:xfrm>
            <a:off x="504000" y="5165280"/>
            <a:ext cx="234756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 type="ftr" idx="5"/>
          </p:nvPr>
        </p:nvSpPr>
        <p:spPr>
          <a:xfrm>
            <a:off x="3447360" y="5165280"/>
            <a:ext cx="319428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 type="sldNum" idx="6"/>
          </p:nvPr>
        </p:nvSpPr>
        <p:spPr>
          <a:xfrm>
            <a:off x="7227360" y="5165280"/>
            <a:ext cx="234756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901A889-724B-4130-8339-9D15AF63220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restbir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"/>
          <p:cNvSpPr/>
          <p:nvPr/>
        </p:nvSpPr>
        <p:spPr>
          <a:xfrm>
            <a:off x="0" y="5040000"/>
            <a:ext cx="10079280" cy="629280"/>
          </a:xfrm>
          <a:prstGeom prst="rect">
            <a:avLst/>
          </a:prstGeom>
          <a:solidFill>
            <a:srgbClr val="9ecf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endParaRPr b="1" lang="en-US" sz="14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grpSp>
        <p:nvGrpSpPr>
          <p:cNvPr id="199" name=""/>
          <p:cNvGrpSpPr/>
          <p:nvPr/>
        </p:nvGrpSpPr>
        <p:grpSpPr>
          <a:xfrm>
            <a:off x="8820360" y="3960000"/>
            <a:ext cx="899280" cy="1079280"/>
            <a:chOff x="8820360" y="3960000"/>
            <a:chExt cx="899280" cy="1079280"/>
          </a:xfrm>
        </p:grpSpPr>
        <p:sp>
          <p:nvSpPr>
            <p:cNvPr id="200" name=""/>
            <p:cNvSpPr/>
            <p:nvPr/>
          </p:nvSpPr>
          <p:spPr>
            <a:xfrm>
              <a:off x="9180000" y="4140000"/>
              <a:ext cx="179280" cy="899280"/>
            </a:xfrm>
            <a:prstGeom prst="rect">
              <a:avLst/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1" name=""/>
            <p:cNvSpPr/>
            <p:nvPr/>
          </p:nvSpPr>
          <p:spPr>
            <a:xfrm>
              <a:off x="8820360" y="4500000"/>
              <a:ext cx="899280" cy="26928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2" name=""/>
            <p:cNvSpPr/>
            <p:nvPr/>
          </p:nvSpPr>
          <p:spPr>
            <a:xfrm>
              <a:off x="8910360" y="4320000"/>
              <a:ext cx="719280" cy="26928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3" name=""/>
            <p:cNvSpPr/>
            <p:nvPr/>
          </p:nvSpPr>
          <p:spPr>
            <a:xfrm>
              <a:off x="9000000" y="4140000"/>
              <a:ext cx="539280" cy="26928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4" name=""/>
            <p:cNvSpPr/>
            <p:nvPr/>
          </p:nvSpPr>
          <p:spPr>
            <a:xfrm>
              <a:off x="9090360" y="3960000"/>
              <a:ext cx="359280" cy="26928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205" name=""/>
          <p:cNvGrpSpPr/>
          <p:nvPr/>
        </p:nvGrpSpPr>
        <p:grpSpPr>
          <a:xfrm>
            <a:off x="7920360" y="4050000"/>
            <a:ext cx="719280" cy="989280"/>
            <a:chOff x="7920360" y="4050000"/>
            <a:chExt cx="719280" cy="989280"/>
          </a:xfrm>
        </p:grpSpPr>
        <p:sp>
          <p:nvSpPr>
            <p:cNvPr id="206" name=""/>
            <p:cNvSpPr/>
            <p:nvPr/>
          </p:nvSpPr>
          <p:spPr>
            <a:xfrm>
              <a:off x="8190000" y="4140000"/>
              <a:ext cx="179280" cy="899280"/>
            </a:xfrm>
            <a:prstGeom prst="rect">
              <a:avLst/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7" name=""/>
            <p:cNvSpPr/>
            <p:nvPr/>
          </p:nvSpPr>
          <p:spPr>
            <a:xfrm>
              <a:off x="7920360" y="4410000"/>
              <a:ext cx="719280" cy="26928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8" name=""/>
            <p:cNvSpPr/>
            <p:nvPr/>
          </p:nvSpPr>
          <p:spPr>
            <a:xfrm>
              <a:off x="8010000" y="4230000"/>
              <a:ext cx="539280" cy="26928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9" name=""/>
            <p:cNvSpPr/>
            <p:nvPr/>
          </p:nvSpPr>
          <p:spPr>
            <a:xfrm>
              <a:off x="8100000" y="4050000"/>
              <a:ext cx="359280" cy="26928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210" name=""/>
          <p:cNvGrpSpPr/>
          <p:nvPr/>
        </p:nvGrpSpPr>
        <p:grpSpPr>
          <a:xfrm>
            <a:off x="8640000" y="3690000"/>
            <a:ext cx="359280" cy="269280"/>
            <a:chOff x="8640000" y="3690000"/>
            <a:chExt cx="359280" cy="269280"/>
          </a:xfrm>
        </p:grpSpPr>
        <p:sp>
          <p:nvSpPr>
            <p:cNvPr id="211" name=""/>
            <p:cNvSpPr/>
            <p:nvPr/>
          </p:nvSpPr>
          <p:spPr>
            <a:xfrm>
              <a:off x="8788680" y="3690000"/>
              <a:ext cx="86760" cy="155880"/>
            </a:xfrm>
            <a:custGeom>
              <a:avLst/>
              <a:gdLst>
                <a:gd name="textAreaLeft" fmla="*/ 0 w 86760"/>
                <a:gd name="textAreaRight" fmla="*/ 87480 w 86760"/>
                <a:gd name="textAreaTop" fmla="*/ 0 h 155880"/>
                <a:gd name="textAreaBottom" fmla="*/ 156600 h 155880"/>
              </a:gdLst>
              <a:ahLst/>
              <a:cxnLst/>
              <a:rect l="textAreaLeft" t="textAreaTop" r="textAreaRight" b="textAreaBottom"/>
              <a:pathLst>
                <a:path w="243" h="435">
                  <a:moveTo>
                    <a:pt x="200" y="140"/>
                  </a:moveTo>
                  <a:cubicBezTo>
                    <a:pt x="157" y="59"/>
                    <a:pt x="65" y="-11"/>
                    <a:pt x="27" y="1"/>
                  </a:cubicBezTo>
                  <a:cubicBezTo>
                    <a:pt x="-1" y="14"/>
                    <a:pt x="31" y="68"/>
                    <a:pt x="57" y="97"/>
                  </a:cubicBezTo>
                  <a:cubicBezTo>
                    <a:pt x="60" y="99"/>
                    <a:pt x="58" y="103"/>
                    <a:pt x="54" y="103"/>
                  </a:cubicBezTo>
                  <a:cubicBezTo>
                    <a:pt x="42" y="100"/>
                    <a:pt x="28" y="100"/>
                    <a:pt x="22" y="107"/>
                  </a:cubicBezTo>
                  <a:cubicBezTo>
                    <a:pt x="8" y="124"/>
                    <a:pt x="28" y="148"/>
                    <a:pt x="45" y="164"/>
                  </a:cubicBezTo>
                  <a:cubicBezTo>
                    <a:pt x="48" y="166"/>
                    <a:pt x="46" y="171"/>
                    <a:pt x="42" y="170"/>
                  </a:cubicBezTo>
                  <a:cubicBezTo>
                    <a:pt x="27" y="167"/>
                    <a:pt x="12" y="167"/>
                    <a:pt x="7" y="173"/>
                  </a:cubicBezTo>
                  <a:cubicBezTo>
                    <a:pt x="-14" y="198"/>
                    <a:pt x="17" y="271"/>
                    <a:pt x="35" y="298"/>
                  </a:cubicBezTo>
                  <a:cubicBezTo>
                    <a:pt x="57" y="330"/>
                    <a:pt x="80" y="362"/>
                    <a:pt x="109" y="387"/>
                  </a:cubicBezTo>
                  <a:cubicBezTo>
                    <a:pt x="139" y="413"/>
                    <a:pt x="176" y="432"/>
                    <a:pt x="215" y="435"/>
                  </a:cubicBezTo>
                  <a:cubicBezTo>
                    <a:pt x="217" y="435"/>
                    <a:pt x="219" y="435"/>
                    <a:pt x="220" y="435"/>
                  </a:cubicBezTo>
                  <a:cubicBezTo>
                    <a:pt x="222" y="434"/>
                    <a:pt x="223" y="431"/>
                    <a:pt x="224" y="429"/>
                  </a:cubicBezTo>
                  <a:cubicBezTo>
                    <a:pt x="231" y="411"/>
                    <a:pt x="233" y="404"/>
                    <a:pt x="236" y="389"/>
                  </a:cubicBezTo>
                  <a:cubicBezTo>
                    <a:pt x="239" y="328"/>
                    <a:pt x="262" y="259"/>
                    <a:pt x="200" y="14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2" name=""/>
            <p:cNvSpPr/>
            <p:nvPr/>
          </p:nvSpPr>
          <p:spPr>
            <a:xfrm>
              <a:off x="8640000" y="3690000"/>
              <a:ext cx="325800" cy="269280"/>
            </a:xfrm>
            <a:custGeom>
              <a:avLst/>
              <a:gdLst>
                <a:gd name="textAreaLeft" fmla="*/ 0 w 325800"/>
                <a:gd name="textAreaRight" fmla="*/ 326520 w 325800"/>
                <a:gd name="textAreaTop" fmla="*/ 0 h 269280"/>
                <a:gd name="textAreaBottom" fmla="*/ 270000 h 269280"/>
              </a:gdLst>
              <a:ahLst/>
              <a:cxnLst/>
              <a:rect l="textAreaLeft" t="textAreaTop" r="textAreaRight" b="textAreaBottom"/>
              <a:pathLst>
                <a:path w="907" h="750">
                  <a:moveTo>
                    <a:pt x="752" y="285"/>
                  </a:moveTo>
                  <a:cubicBezTo>
                    <a:pt x="700" y="293"/>
                    <a:pt x="647" y="342"/>
                    <a:pt x="620" y="386"/>
                  </a:cubicBezTo>
                  <a:cubicBezTo>
                    <a:pt x="619" y="389"/>
                    <a:pt x="616" y="392"/>
                    <a:pt x="613" y="393"/>
                  </a:cubicBezTo>
                  <a:cubicBezTo>
                    <a:pt x="609" y="393"/>
                    <a:pt x="606" y="390"/>
                    <a:pt x="603" y="388"/>
                  </a:cubicBezTo>
                  <a:cubicBezTo>
                    <a:pt x="575" y="362"/>
                    <a:pt x="538" y="329"/>
                    <a:pt x="492" y="272"/>
                  </a:cubicBezTo>
                  <a:cubicBezTo>
                    <a:pt x="472" y="247"/>
                    <a:pt x="373" y="128"/>
                    <a:pt x="276" y="60"/>
                  </a:cubicBezTo>
                  <a:cubicBezTo>
                    <a:pt x="192" y="2"/>
                    <a:pt x="86" y="-13"/>
                    <a:pt x="50" y="11"/>
                  </a:cubicBezTo>
                  <a:cubicBezTo>
                    <a:pt x="33" y="22"/>
                    <a:pt x="30" y="47"/>
                    <a:pt x="37" y="66"/>
                  </a:cubicBezTo>
                  <a:cubicBezTo>
                    <a:pt x="45" y="85"/>
                    <a:pt x="71" y="107"/>
                    <a:pt x="91" y="116"/>
                  </a:cubicBezTo>
                  <a:cubicBezTo>
                    <a:pt x="66" y="113"/>
                    <a:pt x="34" y="133"/>
                    <a:pt x="34" y="157"/>
                  </a:cubicBezTo>
                  <a:cubicBezTo>
                    <a:pt x="34" y="199"/>
                    <a:pt x="109" y="245"/>
                    <a:pt x="133" y="252"/>
                  </a:cubicBezTo>
                  <a:cubicBezTo>
                    <a:pt x="112" y="253"/>
                    <a:pt x="95" y="277"/>
                    <a:pt x="100" y="297"/>
                  </a:cubicBezTo>
                  <a:cubicBezTo>
                    <a:pt x="109" y="336"/>
                    <a:pt x="181" y="354"/>
                    <a:pt x="203" y="357"/>
                  </a:cubicBezTo>
                  <a:cubicBezTo>
                    <a:pt x="183" y="361"/>
                    <a:pt x="172" y="386"/>
                    <a:pt x="179" y="405"/>
                  </a:cubicBezTo>
                  <a:cubicBezTo>
                    <a:pt x="190" y="435"/>
                    <a:pt x="262" y="454"/>
                    <a:pt x="282" y="458"/>
                  </a:cubicBezTo>
                  <a:cubicBezTo>
                    <a:pt x="264" y="474"/>
                    <a:pt x="271" y="500"/>
                    <a:pt x="290" y="514"/>
                  </a:cubicBezTo>
                  <a:cubicBezTo>
                    <a:pt x="306" y="527"/>
                    <a:pt x="328" y="535"/>
                    <a:pt x="349" y="538"/>
                  </a:cubicBezTo>
                  <a:cubicBezTo>
                    <a:pt x="295" y="532"/>
                    <a:pt x="232" y="524"/>
                    <a:pt x="179" y="523"/>
                  </a:cubicBezTo>
                  <a:cubicBezTo>
                    <a:pt x="127" y="522"/>
                    <a:pt x="48" y="539"/>
                    <a:pt x="0" y="582"/>
                  </a:cubicBezTo>
                  <a:cubicBezTo>
                    <a:pt x="69" y="610"/>
                    <a:pt x="149" y="669"/>
                    <a:pt x="180" y="750"/>
                  </a:cubicBezTo>
                  <a:cubicBezTo>
                    <a:pt x="231" y="748"/>
                    <a:pt x="267" y="720"/>
                    <a:pt x="307" y="690"/>
                  </a:cubicBezTo>
                  <a:cubicBezTo>
                    <a:pt x="313" y="685"/>
                    <a:pt x="319" y="680"/>
                    <a:pt x="327" y="679"/>
                  </a:cubicBezTo>
                  <a:cubicBezTo>
                    <a:pt x="332" y="679"/>
                    <a:pt x="338" y="680"/>
                    <a:pt x="343" y="682"/>
                  </a:cubicBezTo>
                  <a:cubicBezTo>
                    <a:pt x="365" y="689"/>
                    <a:pt x="466" y="740"/>
                    <a:pt x="594" y="734"/>
                  </a:cubicBezTo>
                  <a:cubicBezTo>
                    <a:pt x="692" y="729"/>
                    <a:pt x="777" y="688"/>
                    <a:pt x="817" y="613"/>
                  </a:cubicBezTo>
                  <a:cubicBezTo>
                    <a:pt x="856" y="540"/>
                    <a:pt x="860" y="462"/>
                    <a:pt x="864" y="440"/>
                  </a:cubicBezTo>
                  <a:cubicBezTo>
                    <a:pt x="868" y="419"/>
                    <a:pt x="888" y="408"/>
                    <a:pt x="907" y="402"/>
                  </a:cubicBezTo>
                  <a:cubicBezTo>
                    <a:pt x="905" y="381"/>
                    <a:pt x="908" y="354"/>
                    <a:pt x="905" y="332"/>
                  </a:cubicBezTo>
                  <a:cubicBezTo>
                    <a:pt x="865" y="299"/>
                    <a:pt x="804" y="277"/>
                    <a:pt x="752" y="28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3" name=""/>
            <p:cNvSpPr/>
            <p:nvPr/>
          </p:nvSpPr>
          <p:spPr>
            <a:xfrm>
              <a:off x="8960400" y="3808800"/>
              <a:ext cx="38880" cy="26640"/>
            </a:xfrm>
            <a:custGeom>
              <a:avLst/>
              <a:gdLst>
                <a:gd name="textAreaLeft" fmla="*/ 0 w 38880"/>
                <a:gd name="textAreaRight" fmla="*/ 39600 w 38880"/>
                <a:gd name="textAreaTop" fmla="*/ 0 h 26640"/>
                <a:gd name="textAreaBottom" fmla="*/ 27360 h 26640"/>
              </a:gdLst>
              <a:ahLst/>
              <a:cxnLst/>
              <a:rect l="textAreaLeft" t="textAreaTop" r="textAreaRight" b="textAreaBottom"/>
              <a:pathLst>
                <a:path w="110" h="76">
                  <a:moveTo>
                    <a:pt x="24" y="1"/>
                  </a:moveTo>
                  <a:cubicBezTo>
                    <a:pt x="21" y="0"/>
                    <a:pt x="17" y="0"/>
                    <a:pt x="14" y="0"/>
                  </a:cubicBezTo>
                  <a:cubicBezTo>
                    <a:pt x="8" y="1"/>
                    <a:pt x="6" y="3"/>
                    <a:pt x="4" y="8"/>
                  </a:cubicBezTo>
                  <a:cubicBezTo>
                    <a:pt x="-2" y="20"/>
                    <a:pt x="0" y="60"/>
                    <a:pt x="3" y="68"/>
                  </a:cubicBezTo>
                  <a:cubicBezTo>
                    <a:pt x="5" y="73"/>
                    <a:pt x="8" y="76"/>
                    <a:pt x="14" y="76"/>
                  </a:cubicBezTo>
                  <a:cubicBezTo>
                    <a:pt x="16" y="76"/>
                    <a:pt x="19" y="75"/>
                    <a:pt x="21" y="74"/>
                  </a:cubicBezTo>
                  <a:cubicBezTo>
                    <a:pt x="28" y="72"/>
                    <a:pt x="36" y="69"/>
                    <a:pt x="44" y="67"/>
                  </a:cubicBezTo>
                  <a:cubicBezTo>
                    <a:pt x="64" y="60"/>
                    <a:pt x="83" y="54"/>
                    <a:pt x="102" y="47"/>
                  </a:cubicBezTo>
                  <a:cubicBezTo>
                    <a:pt x="105" y="46"/>
                    <a:pt x="109" y="45"/>
                    <a:pt x="110" y="42"/>
                  </a:cubicBezTo>
                  <a:cubicBezTo>
                    <a:pt x="111" y="38"/>
                    <a:pt x="107" y="34"/>
                    <a:pt x="104" y="31"/>
                  </a:cubicBezTo>
                  <a:cubicBezTo>
                    <a:pt x="78" y="19"/>
                    <a:pt x="51" y="9"/>
                    <a:pt x="24" y="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4" name=""/>
            <p:cNvSpPr/>
            <p:nvPr/>
          </p:nvSpPr>
          <p:spPr>
            <a:xfrm>
              <a:off x="8914680" y="3810960"/>
              <a:ext cx="20160" cy="19440"/>
            </a:xfrm>
            <a:custGeom>
              <a:avLst/>
              <a:gdLst>
                <a:gd name="textAreaLeft" fmla="*/ 0 w 20160"/>
                <a:gd name="textAreaRight" fmla="*/ 20880 w 20160"/>
                <a:gd name="textAreaTop" fmla="*/ 0 h 19440"/>
                <a:gd name="textAreaBottom" fmla="*/ 20160 h 19440"/>
              </a:gdLst>
              <a:ahLst/>
              <a:cxnLst/>
              <a:rect l="textAreaLeft" t="textAreaTop" r="textAreaRight" b="textAreaBottom"/>
              <a:pathLst>
                <a:path w="58" h="56">
                  <a:moveTo>
                    <a:pt x="0" y="28"/>
                  </a:moveTo>
                  <a:cubicBezTo>
                    <a:pt x="0" y="33"/>
                    <a:pt x="2" y="38"/>
                    <a:pt x="4" y="42"/>
                  </a:cubicBezTo>
                  <a:cubicBezTo>
                    <a:pt x="6" y="46"/>
                    <a:pt x="10" y="50"/>
                    <a:pt x="14" y="52"/>
                  </a:cubicBezTo>
                  <a:cubicBezTo>
                    <a:pt x="19" y="55"/>
                    <a:pt x="24" y="56"/>
                    <a:pt x="29" y="56"/>
                  </a:cubicBezTo>
                  <a:cubicBezTo>
                    <a:pt x="34" y="56"/>
                    <a:pt x="39" y="55"/>
                    <a:pt x="43" y="52"/>
                  </a:cubicBezTo>
                  <a:cubicBezTo>
                    <a:pt x="48" y="50"/>
                    <a:pt x="52" y="46"/>
                    <a:pt x="54" y="42"/>
                  </a:cubicBezTo>
                  <a:cubicBezTo>
                    <a:pt x="57" y="38"/>
                    <a:pt x="58" y="33"/>
                    <a:pt x="58" y="28"/>
                  </a:cubicBezTo>
                  <a:cubicBezTo>
                    <a:pt x="58" y="23"/>
                    <a:pt x="57" y="18"/>
                    <a:pt x="54" y="14"/>
                  </a:cubicBezTo>
                  <a:cubicBezTo>
                    <a:pt x="51" y="10"/>
                    <a:pt x="48" y="6"/>
                    <a:pt x="43" y="4"/>
                  </a:cubicBezTo>
                  <a:cubicBezTo>
                    <a:pt x="39" y="1"/>
                    <a:pt x="34" y="0"/>
                    <a:pt x="29" y="0"/>
                  </a:cubicBezTo>
                  <a:cubicBezTo>
                    <a:pt x="24" y="0"/>
                    <a:pt x="19" y="1"/>
                    <a:pt x="14" y="4"/>
                  </a:cubicBezTo>
                  <a:cubicBezTo>
                    <a:pt x="10" y="6"/>
                    <a:pt x="6" y="10"/>
                    <a:pt x="4" y="14"/>
                  </a:cubicBezTo>
                  <a:cubicBezTo>
                    <a:pt x="2" y="18"/>
                    <a:pt x="0" y="23"/>
                    <a:pt x="0" y="2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5" name=""/>
            <p:cNvSpPr/>
            <p:nvPr/>
          </p:nvSpPr>
          <p:spPr>
            <a:xfrm>
              <a:off x="8664480" y="3731760"/>
              <a:ext cx="49320" cy="19440"/>
            </a:xfrm>
            <a:custGeom>
              <a:avLst/>
              <a:gdLst>
                <a:gd name="textAreaLeft" fmla="*/ 0 w 49320"/>
                <a:gd name="textAreaRight" fmla="*/ 50040 w 49320"/>
                <a:gd name="textAreaTop" fmla="*/ 0 h 19440"/>
                <a:gd name="textAreaBottom" fmla="*/ 20160 h 19440"/>
              </a:gdLst>
              <a:ahLst/>
              <a:cxnLst/>
              <a:rect l="textAreaLeft" t="textAreaTop" r="textAreaRight" b="textAreaBottom"/>
              <a:pathLst>
                <a:path w="139" h="56">
                  <a:moveTo>
                    <a:pt x="77" y="27"/>
                  </a:moveTo>
                  <a:cubicBezTo>
                    <a:pt x="80" y="29"/>
                    <a:pt x="100" y="38"/>
                    <a:pt x="118" y="45"/>
                  </a:cubicBezTo>
                  <a:cubicBezTo>
                    <a:pt x="127" y="48"/>
                    <a:pt x="139" y="52"/>
                    <a:pt x="139" y="54"/>
                  </a:cubicBezTo>
                  <a:cubicBezTo>
                    <a:pt x="139" y="58"/>
                    <a:pt x="128" y="56"/>
                    <a:pt x="119" y="54"/>
                  </a:cubicBezTo>
                  <a:cubicBezTo>
                    <a:pt x="96" y="49"/>
                    <a:pt x="71" y="41"/>
                    <a:pt x="50" y="30"/>
                  </a:cubicBezTo>
                  <a:cubicBezTo>
                    <a:pt x="44" y="28"/>
                    <a:pt x="9" y="9"/>
                    <a:pt x="0" y="3"/>
                  </a:cubicBezTo>
                  <a:cubicBezTo>
                    <a:pt x="7" y="0"/>
                    <a:pt x="17" y="0"/>
                    <a:pt x="24" y="0"/>
                  </a:cubicBezTo>
                  <a:cubicBezTo>
                    <a:pt x="42" y="11"/>
                    <a:pt x="58" y="19"/>
                    <a:pt x="77" y="2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6" name=""/>
            <p:cNvSpPr/>
            <p:nvPr/>
          </p:nvSpPr>
          <p:spPr>
            <a:xfrm>
              <a:off x="8681400" y="3780720"/>
              <a:ext cx="56160" cy="10800"/>
            </a:xfrm>
            <a:custGeom>
              <a:avLst/>
              <a:gdLst>
                <a:gd name="textAreaLeft" fmla="*/ 0 w 56160"/>
                <a:gd name="textAreaRight" fmla="*/ 56880 w 56160"/>
                <a:gd name="textAreaTop" fmla="*/ 0 h 10800"/>
                <a:gd name="textAreaBottom" fmla="*/ 11520 h 10800"/>
              </a:gdLst>
              <a:ahLst/>
              <a:cxnLst/>
              <a:rect l="textAreaLeft" t="textAreaTop" r="textAreaRight" b="textAreaBottom"/>
              <a:pathLst>
                <a:path w="158" h="32">
                  <a:moveTo>
                    <a:pt x="125" y="23"/>
                  </a:moveTo>
                  <a:cubicBezTo>
                    <a:pt x="136" y="25"/>
                    <a:pt x="158" y="25"/>
                    <a:pt x="158" y="29"/>
                  </a:cubicBezTo>
                  <a:cubicBezTo>
                    <a:pt x="158" y="32"/>
                    <a:pt x="139" y="32"/>
                    <a:pt x="127" y="32"/>
                  </a:cubicBezTo>
                  <a:cubicBezTo>
                    <a:pt x="84" y="32"/>
                    <a:pt x="37" y="26"/>
                    <a:pt x="0" y="8"/>
                  </a:cubicBezTo>
                  <a:cubicBezTo>
                    <a:pt x="4" y="4"/>
                    <a:pt x="13" y="0"/>
                    <a:pt x="19" y="0"/>
                  </a:cubicBezTo>
                  <a:cubicBezTo>
                    <a:pt x="60" y="16"/>
                    <a:pt x="110" y="21"/>
                    <a:pt x="125" y="2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7" name=""/>
            <p:cNvSpPr/>
            <p:nvPr/>
          </p:nvSpPr>
          <p:spPr>
            <a:xfrm>
              <a:off x="8707320" y="3818520"/>
              <a:ext cx="50760" cy="6480"/>
            </a:xfrm>
            <a:custGeom>
              <a:avLst/>
              <a:gdLst>
                <a:gd name="textAreaLeft" fmla="*/ 0 w 50760"/>
                <a:gd name="textAreaRight" fmla="*/ 51480 w 50760"/>
                <a:gd name="textAreaTop" fmla="*/ 0 h 6480"/>
                <a:gd name="textAreaBottom" fmla="*/ 7200 h 6480"/>
              </a:gdLst>
              <a:ahLst/>
              <a:cxnLst/>
              <a:rect l="textAreaLeft" t="textAreaTop" r="textAreaRight" b="textAreaBottom"/>
              <a:pathLst>
                <a:path w="143" h="20">
                  <a:moveTo>
                    <a:pt x="106" y="9"/>
                  </a:moveTo>
                  <a:cubicBezTo>
                    <a:pt x="126" y="11"/>
                    <a:pt x="142" y="9"/>
                    <a:pt x="143" y="12"/>
                  </a:cubicBezTo>
                  <a:cubicBezTo>
                    <a:pt x="144" y="17"/>
                    <a:pt x="123" y="18"/>
                    <a:pt x="112" y="18"/>
                  </a:cubicBezTo>
                  <a:cubicBezTo>
                    <a:pt x="79" y="20"/>
                    <a:pt x="56" y="22"/>
                    <a:pt x="19" y="15"/>
                  </a:cubicBezTo>
                  <a:cubicBezTo>
                    <a:pt x="15" y="15"/>
                    <a:pt x="-1" y="12"/>
                    <a:pt x="0" y="10"/>
                  </a:cubicBezTo>
                  <a:cubicBezTo>
                    <a:pt x="3" y="6"/>
                    <a:pt x="11" y="1"/>
                    <a:pt x="16" y="0"/>
                  </a:cubicBezTo>
                  <a:cubicBezTo>
                    <a:pt x="37" y="5"/>
                    <a:pt x="85" y="8"/>
                    <a:pt x="106" y="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8" name=""/>
            <p:cNvSpPr/>
            <p:nvPr/>
          </p:nvSpPr>
          <p:spPr>
            <a:xfrm>
              <a:off x="8739000" y="3855240"/>
              <a:ext cx="46440" cy="6120"/>
            </a:xfrm>
            <a:custGeom>
              <a:avLst/>
              <a:gdLst>
                <a:gd name="textAreaLeft" fmla="*/ 0 w 46440"/>
                <a:gd name="textAreaRight" fmla="*/ 47160 w 46440"/>
                <a:gd name="textAreaTop" fmla="*/ 0 h 6120"/>
                <a:gd name="textAreaBottom" fmla="*/ 6840 h 6120"/>
              </a:gdLst>
              <a:ahLst/>
              <a:cxnLst/>
              <a:rect l="textAreaLeft" t="textAreaTop" r="textAreaRight" b="textAreaBottom"/>
              <a:pathLst>
                <a:path w="131" h="19">
                  <a:moveTo>
                    <a:pt x="7" y="0"/>
                  </a:moveTo>
                  <a:cubicBezTo>
                    <a:pt x="24" y="3"/>
                    <a:pt x="38" y="5"/>
                    <a:pt x="55" y="6"/>
                  </a:cubicBezTo>
                  <a:cubicBezTo>
                    <a:pt x="67" y="7"/>
                    <a:pt x="85" y="9"/>
                    <a:pt x="101" y="9"/>
                  </a:cubicBezTo>
                  <a:cubicBezTo>
                    <a:pt x="114" y="10"/>
                    <a:pt x="131" y="8"/>
                    <a:pt x="131" y="11"/>
                  </a:cubicBezTo>
                  <a:cubicBezTo>
                    <a:pt x="131" y="16"/>
                    <a:pt x="112" y="18"/>
                    <a:pt x="99" y="19"/>
                  </a:cubicBezTo>
                  <a:cubicBezTo>
                    <a:pt x="70" y="19"/>
                    <a:pt x="37" y="19"/>
                    <a:pt x="3" y="11"/>
                  </a:cubicBezTo>
                  <a:cubicBezTo>
                    <a:pt x="2" y="11"/>
                    <a:pt x="0" y="9"/>
                    <a:pt x="0" y="9"/>
                  </a:cubicBezTo>
                  <a:cubicBezTo>
                    <a:pt x="2" y="6"/>
                    <a:pt x="5" y="2"/>
                    <a:pt x="7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219" name=""/>
          <p:cNvGrpSpPr/>
          <p:nvPr/>
        </p:nvGrpSpPr>
        <p:grpSpPr>
          <a:xfrm>
            <a:off x="9180000" y="3510000"/>
            <a:ext cx="359280" cy="269280"/>
            <a:chOff x="9180000" y="3510000"/>
            <a:chExt cx="359280" cy="269280"/>
          </a:xfrm>
        </p:grpSpPr>
        <p:sp>
          <p:nvSpPr>
            <p:cNvPr id="220" name=""/>
            <p:cNvSpPr/>
            <p:nvPr/>
          </p:nvSpPr>
          <p:spPr>
            <a:xfrm>
              <a:off x="9328680" y="3510000"/>
              <a:ext cx="86760" cy="155880"/>
            </a:xfrm>
            <a:custGeom>
              <a:avLst/>
              <a:gdLst>
                <a:gd name="textAreaLeft" fmla="*/ 0 w 86760"/>
                <a:gd name="textAreaRight" fmla="*/ 87480 w 86760"/>
                <a:gd name="textAreaTop" fmla="*/ 0 h 155880"/>
                <a:gd name="textAreaBottom" fmla="*/ 156600 h 155880"/>
              </a:gdLst>
              <a:ahLst/>
              <a:cxnLst/>
              <a:rect l="textAreaLeft" t="textAreaTop" r="textAreaRight" b="textAreaBottom"/>
              <a:pathLst>
                <a:path w="243" h="435">
                  <a:moveTo>
                    <a:pt x="200" y="140"/>
                  </a:moveTo>
                  <a:cubicBezTo>
                    <a:pt x="157" y="59"/>
                    <a:pt x="65" y="-11"/>
                    <a:pt x="27" y="1"/>
                  </a:cubicBezTo>
                  <a:cubicBezTo>
                    <a:pt x="-1" y="14"/>
                    <a:pt x="31" y="68"/>
                    <a:pt x="57" y="97"/>
                  </a:cubicBezTo>
                  <a:cubicBezTo>
                    <a:pt x="60" y="99"/>
                    <a:pt x="58" y="103"/>
                    <a:pt x="54" y="103"/>
                  </a:cubicBezTo>
                  <a:cubicBezTo>
                    <a:pt x="42" y="100"/>
                    <a:pt x="28" y="100"/>
                    <a:pt x="22" y="107"/>
                  </a:cubicBezTo>
                  <a:cubicBezTo>
                    <a:pt x="8" y="124"/>
                    <a:pt x="28" y="148"/>
                    <a:pt x="45" y="164"/>
                  </a:cubicBezTo>
                  <a:cubicBezTo>
                    <a:pt x="48" y="166"/>
                    <a:pt x="46" y="171"/>
                    <a:pt x="42" y="170"/>
                  </a:cubicBezTo>
                  <a:cubicBezTo>
                    <a:pt x="27" y="167"/>
                    <a:pt x="12" y="167"/>
                    <a:pt x="7" y="173"/>
                  </a:cubicBezTo>
                  <a:cubicBezTo>
                    <a:pt x="-14" y="198"/>
                    <a:pt x="17" y="271"/>
                    <a:pt x="35" y="298"/>
                  </a:cubicBezTo>
                  <a:cubicBezTo>
                    <a:pt x="57" y="330"/>
                    <a:pt x="80" y="362"/>
                    <a:pt x="109" y="387"/>
                  </a:cubicBezTo>
                  <a:cubicBezTo>
                    <a:pt x="139" y="413"/>
                    <a:pt x="176" y="432"/>
                    <a:pt x="215" y="435"/>
                  </a:cubicBezTo>
                  <a:cubicBezTo>
                    <a:pt x="217" y="435"/>
                    <a:pt x="219" y="435"/>
                    <a:pt x="220" y="435"/>
                  </a:cubicBezTo>
                  <a:cubicBezTo>
                    <a:pt x="222" y="434"/>
                    <a:pt x="223" y="431"/>
                    <a:pt x="224" y="429"/>
                  </a:cubicBezTo>
                  <a:cubicBezTo>
                    <a:pt x="231" y="411"/>
                    <a:pt x="233" y="404"/>
                    <a:pt x="236" y="389"/>
                  </a:cubicBezTo>
                  <a:cubicBezTo>
                    <a:pt x="239" y="328"/>
                    <a:pt x="262" y="259"/>
                    <a:pt x="200" y="14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21" name=""/>
            <p:cNvSpPr/>
            <p:nvPr/>
          </p:nvSpPr>
          <p:spPr>
            <a:xfrm>
              <a:off x="9180000" y="3510000"/>
              <a:ext cx="325800" cy="269280"/>
            </a:xfrm>
            <a:custGeom>
              <a:avLst/>
              <a:gdLst>
                <a:gd name="textAreaLeft" fmla="*/ 0 w 325800"/>
                <a:gd name="textAreaRight" fmla="*/ 326520 w 325800"/>
                <a:gd name="textAreaTop" fmla="*/ 0 h 269280"/>
                <a:gd name="textAreaBottom" fmla="*/ 270000 h 269280"/>
              </a:gdLst>
              <a:ahLst/>
              <a:cxnLst/>
              <a:rect l="textAreaLeft" t="textAreaTop" r="textAreaRight" b="textAreaBottom"/>
              <a:pathLst>
                <a:path w="907" h="750">
                  <a:moveTo>
                    <a:pt x="752" y="285"/>
                  </a:moveTo>
                  <a:cubicBezTo>
                    <a:pt x="700" y="293"/>
                    <a:pt x="647" y="342"/>
                    <a:pt x="620" y="386"/>
                  </a:cubicBezTo>
                  <a:cubicBezTo>
                    <a:pt x="619" y="389"/>
                    <a:pt x="616" y="392"/>
                    <a:pt x="613" y="393"/>
                  </a:cubicBezTo>
                  <a:cubicBezTo>
                    <a:pt x="609" y="393"/>
                    <a:pt x="606" y="390"/>
                    <a:pt x="603" y="388"/>
                  </a:cubicBezTo>
                  <a:cubicBezTo>
                    <a:pt x="575" y="362"/>
                    <a:pt x="538" y="329"/>
                    <a:pt x="492" y="272"/>
                  </a:cubicBezTo>
                  <a:cubicBezTo>
                    <a:pt x="472" y="247"/>
                    <a:pt x="373" y="128"/>
                    <a:pt x="276" y="60"/>
                  </a:cubicBezTo>
                  <a:cubicBezTo>
                    <a:pt x="192" y="2"/>
                    <a:pt x="86" y="-13"/>
                    <a:pt x="50" y="11"/>
                  </a:cubicBezTo>
                  <a:cubicBezTo>
                    <a:pt x="33" y="22"/>
                    <a:pt x="30" y="47"/>
                    <a:pt x="37" y="66"/>
                  </a:cubicBezTo>
                  <a:cubicBezTo>
                    <a:pt x="45" y="85"/>
                    <a:pt x="71" y="107"/>
                    <a:pt x="91" y="116"/>
                  </a:cubicBezTo>
                  <a:cubicBezTo>
                    <a:pt x="66" y="113"/>
                    <a:pt x="34" y="133"/>
                    <a:pt x="34" y="157"/>
                  </a:cubicBezTo>
                  <a:cubicBezTo>
                    <a:pt x="34" y="199"/>
                    <a:pt x="109" y="245"/>
                    <a:pt x="133" y="252"/>
                  </a:cubicBezTo>
                  <a:cubicBezTo>
                    <a:pt x="112" y="253"/>
                    <a:pt x="95" y="277"/>
                    <a:pt x="100" y="297"/>
                  </a:cubicBezTo>
                  <a:cubicBezTo>
                    <a:pt x="109" y="336"/>
                    <a:pt x="181" y="354"/>
                    <a:pt x="203" y="357"/>
                  </a:cubicBezTo>
                  <a:cubicBezTo>
                    <a:pt x="183" y="361"/>
                    <a:pt x="172" y="386"/>
                    <a:pt x="179" y="405"/>
                  </a:cubicBezTo>
                  <a:cubicBezTo>
                    <a:pt x="190" y="435"/>
                    <a:pt x="262" y="454"/>
                    <a:pt x="282" y="458"/>
                  </a:cubicBezTo>
                  <a:cubicBezTo>
                    <a:pt x="264" y="474"/>
                    <a:pt x="271" y="500"/>
                    <a:pt x="290" y="514"/>
                  </a:cubicBezTo>
                  <a:cubicBezTo>
                    <a:pt x="306" y="527"/>
                    <a:pt x="328" y="535"/>
                    <a:pt x="349" y="538"/>
                  </a:cubicBezTo>
                  <a:cubicBezTo>
                    <a:pt x="295" y="532"/>
                    <a:pt x="232" y="524"/>
                    <a:pt x="179" y="523"/>
                  </a:cubicBezTo>
                  <a:cubicBezTo>
                    <a:pt x="127" y="522"/>
                    <a:pt x="48" y="539"/>
                    <a:pt x="0" y="582"/>
                  </a:cubicBezTo>
                  <a:cubicBezTo>
                    <a:pt x="69" y="610"/>
                    <a:pt x="149" y="669"/>
                    <a:pt x="180" y="750"/>
                  </a:cubicBezTo>
                  <a:cubicBezTo>
                    <a:pt x="231" y="748"/>
                    <a:pt x="267" y="720"/>
                    <a:pt x="307" y="690"/>
                  </a:cubicBezTo>
                  <a:cubicBezTo>
                    <a:pt x="313" y="685"/>
                    <a:pt x="319" y="680"/>
                    <a:pt x="327" y="679"/>
                  </a:cubicBezTo>
                  <a:cubicBezTo>
                    <a:pt x="332" y="679"/>
                    <a:pt x="338" y="680"/>
                    <a:pt x="343" y="682"/>
                  </a:cubicBezTo>
                  <a:cubicBezTo>
                    <a:pt x="365" y="689"/>
                    <a:pt x="466" y="740"/>
                    <a:pt x="594" y="734"/>
                  </a:cubicBezTo>
                  <a:cubicBezTo>
                    <a:pt x="692" y="729"/>
                    <a:pt x="777" y="688"/>
                    <a:pt x="817" y="613"/>
                  </a:cubicBezTo>
                  <a:cubicBezTo>
                    <a:pt x="856" y="540"/>
                    <a:pt x="860" y="462"/>
                    <a:pt x="864" y="440"/>
                  </a:cubicBezTo>
                  <a:cubicBezTo>
                    <a:pt x="868" y="419"/>
                    <a:pt x="888" y="408"/>
                    <a:pt x="907" y="402"/>
                  </a:cubicBezTo>
                  <a:cubicBezTo>
                    <a:pt x="905" y="381"/>
                    <a:pt x="908" y="354"/>
                    <a:pt x="905" y="332"/>
                  </a:cubicBezTo>
                  <a:cubicBezTo>
                    <a:pt x="865" y="299"/>
                    <a:pt x="804" y="277"/>
                    <a:pt x="752" y="28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22" name=""/>
            <p:cNvSpPr/>
            <p:nvPr/>
          </p:nvSpPr>
          <p:spPr>
            <a:xfrm>
              <a:off x="9500400" y="3628800"/>
              <a:ext cx="38880" cy="26640"/>
            </a:xfrm>
            <a:custGeom>
              <a:avLst/>
              <a:gdLst>
                <a:gd name="textAreaLeft" fmla="*/ 0 w 38880"/>
                <a:gd name="textAreaRight" fmla="*/ 39600 w 38880"/>
                <a:gd name="textAreaTop" fmla="*/ 0 h 26640"/>
                <a:gd name="textAreaBottom" fmla="*/ 27360 h 26640"/>
              </a:gdLst>
              <a:ahLst/>
              <a:cxnLst/>
              <a:rect l="textAreaLeft" t="textAreaTop" r="textAreaRight" b="textAreaBottom"/>
              <a:pathLst>
                <a:path w="110" h="76">
                  <a:moveTo>
                    <a:pt x="24" y="1"/>
                  </a:moveTo>
                  <a:cubicBezTo>
                    <a:pt x="21" y="0"/>
                    <a:pt x="17" y="0"/>
                    <a:pt x="14" y="0"/>
                  </a:cubicBezTo>
                  <a:cubicBezTo>
                    <a:pt x="8" y="1"/>
                    <a:pt x="6" y="3"/>
                    <a:pt x="4" y="8"/>
                  </a:cubicBezTo>
                  <a:cubicBezTo>
                    <a:pt x="-2" y="20"/>
                    <a:pt x="0" y="60"/>
                    <a:pt x="3" y="68"/>
                  </a:cubicBezTo>
                  <a:cubicBezTo>
                    <a:pt x="5" y="73"/>
                    <a:pt x="8" y="76"/>
                    <a:pt x="14" y="76"/>
                  </a:cubicBezTo>
                  <a:cubicBezTo>
                    <a:pt x="16" y="76"/>
                    <a:pt x="19" y="75"/>
                    <a:pt x="21" y="74"/>
                  </a:cubicBezTo>
                  <a:cubicBezTo>
                    <a:pt x="28" y="72"/>
                    <a:pt x="36" y="69"/>
                    <a:pt x="44" y="67"/>
                  </a:cubicBezTo>
                  <a:cubicBezTo>
                    <a:pt x="64" y="60"/>
                    <a:pt x="83" y="54"/>
                    <a:pt x="102" y="47"/>
                  </a:cubicBezTo>
                  <a:cubicBezTo>
                    <a:pt x="105" y="46"/>
                    <a:pt x="109" y="45"/>
                    <a:pt x="110" y="42"/>
                  </a:cubicBezTo>
                  <a:cubicBezTo>
                    <a:pt x="111" y="38"/>
                    <a:pt x="107" y="34"/>
                    <a:pt x="104" y="31"/>
                  </a:cubicBezTo>
                  <a:cubicBezTo>
                    <a:pt x="78" y="19"/>
                    <a:pt x="51" y="9"/>
                    <a:pt x="24" y="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23" name=""/>
            <p:cNvSpPr/>
            <p:nvPr/>
          </p:nvSpPr>
          <p:spPr>
            <a:xfrm>
              <a:off x="9454680" y="3630960"/>
              <a:ext cx="20160" cy="19440"/>
            </a:xfrm>
            <a:custGeom>
              <a:avLst/>
              <a:gdLst>
                <a:gd name="textAreaLeft" fmla="*/ 0 w 20160"/>
                <a:gd name="textAreaRight" fmla="*/ 20880 w 20160"/>
                <a:gd name="textAreaTop" fmla="*/ 0 h 19440"/>
                <a:gd name="textAreaBottom" fmla="*/ 20160 h 19440"/>
              </a:gdLst>
              <a:ahLst/>
              <a:cxnLst/>
              <a:rect l="textAreaLeft" t="textAreaTop" r="textAreaRight" b="textAreaBottom"/>
              <a:pathLst>
                <a:path w="58" h="56">
                  <a:moveTo>
                    <a:pt x="0" y="28"/>
                  </a:moveTo>
                  <a:cubicBezTo>
                    <a:pt x="0" y="33"/>
                    <a:pt x="2" y="38"/>
                    <a:pt x="4" y="42"/>
                  </a:cubicBezTo>
                  <a:cubicBezTo>
                    <a:pt x="6" y="46"/>
                    <a:pt x="10" y="50"/>
                    <a:pt x="14" y="52"/>
                  </a:cubicBezTo>
                  <a:cubicBezTo>
                    <a:pt x="19" y="55"/>
                    <a:pt x="24" y="56"/>
                    <a:pt x="29" y="56"/>
                  </a:cubicBezTo>
                  <a:cubicBezTo>
                    <a:pt x="34" y="56"/>
                    <a:pt x="39" y="55"/>
                    <a:pt x="43" y="52"/>
                  </a:cubicBezTo>
                  <a:cubicBezTo>
                    <a:pt x="48" y="50"/>
                    <a:pt x="52" y="46"/>
                    <a:pt x="54" y="42"/>
                  </a:cubicBezTo>
                  <a:cubicBezTo>
                    <a:pt x="57" y="38"/>
                    <a:pt x="58" y="33"/>
                    <a:pt x="58" y="28"/>
                  </a:cubicBezTo>
                  <a:cubicBezTo>
                    <a:pt x="58" y="23"/>
                    <a:pt x="57" y="18"/>
                    <a:pt x="54" y="14"/>
                  </a:cubicBezTo>
                  <a:cubicBezTo>
                    <a:pt x="51" y="10"/>
                    <a:pt x="48" y="6"/>
                    <a:pt x="43" y="4"/>
                  </a:cubicBezTo>
                  <a:cubicBezTo>
                    <a:pt x="39" y="1"/>
                    <a:pt x="34" y="0"/>
                    <a:pt x="29" y="0"/>
                  </a:cubicBezTo>
                  <a:cubicBezTo>
                    <a:pt x="24" y="0"/>
                    <a:pt x="19" y="1"/>
                    <a:pt x="14" y="4"/>
                  </a:cubicBezTo>
                  <a:cubicBezTo>
                    <a:pt x="10" y="6"/>
                    <a:pt x="6" y="10"/>
                    <a:pt x="4" y="14"/>
                  </a:cubicBezTo>
                  <a:cubicBezTo>
                    <a:pt x="2" y="18"/>
                    <a:pt x="0" y="23"/>
                    <a:pt x="0" y="2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24" name=""/>
            <p:cNvSpPr/>
            <p:nvPr/>
          </p:nvSpPr>
          <p:spPr>
            <a:xfrm>
              <a:off x="9204480" y="3551760"/>
              <a:ext cx="49320" cy="19440"/>
            </a:xfrm>
            <a:custGeom>
              <a:avLst/>
              <a:gdLst>
                <a:gd name="textAreaLeft" fmla="*/ 0 w 49320"/>
                <a:gd name="textAreaRight" fmla="*/ 50040 w 49320"/>
                <a:gd name="textAreaTop" fmla="*/ 0 h 19440"/>
                <a:gd name="textAreaBottom" fmla="*/ 20160 h 19440"/>
              </a:gdLst>
              <a:ahLst/>
              <a:cxnLst/>
              <a:rect l="textAreaLeft" t="textAreaTop" r="textAreaRight" b="textAreaBottom"/>
              <a:pathLst>
                <a:path w="139" h="56">
                  <a:moveTo>
                    <a:pt x="77" y="27"/>
                  </a:moveTo>
                  <a:cubicBezTo>
                    <a:pt x="80" y="29"/>
                    <a:pt x="100" y="38"/>
                    <a:pt x="118" y="45"/>
                  </a:cubicBezTo>
                  <a:cubicBezTo>
                    <a:pt x="127" y="48"/>
                    <a:pt x="139" y="52"/>
                    <a:pt x="139" y="54"/>
                  </a:cubicBezTo>
                  <a:cubicBezTo>
                    <a:pt x="139" y="58"/>
                    <a:pt x="128" y="56"/>
                    <a:pt x="119" y="54"/>
                  </a:cubicBezTo>
                  <a:cubicBezTo>
                    <a:pt x="96" y="49"/>
                    <a:pt x="71" y="41"/>
                    <a:pt x="50" y="30"/>
                  </a:cubicBezTo>
                  <a:cubicBezTo>
                    <a:pt x="44" y="28"/>
                    <a:pt x="9" y="9"/>
                    <a:pt x="0" y="3"/>
                  </a:cubicBezTo>
                  <a:cubicBezTo>
                    <a:pt x="7" y="0"/>
                    <a:pt x="17" y="0"/>
                    <a:pt x="24" y="0"/>
                  </a:cubicBezTo>
                  <a:cubicBezTo>
                    <a:pt x="42" y="11"/>
                    <a:pt x="58" y="19"/>
                    <a:pt x="77" y="2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25" name=""/>
            <p:cNvSpPr/>
            <p:nvPr/>
          </p:nvSpPr>
          <p:spPr>
            <a:xfrm>
              <a:off x="9221400" y="3600720"/>
              <a:ext cx="56160" cy="10800"/>
            </a:xfrm>
            <a:custGeom>
              <a:avLst/>
              <a:gdLst>
                <a:gd name="textAreaLeft" fmla="*/ 0 w 56160"/>
                <a:gd name="textAreaRight" fmla="*/ 56880 w 56160"/>
                <a:gd name="textAreaTop" fmla="*/ 0 h 10800"/>
                <a:gd name="textAreaBottom" fmla="*/ 11520 h 10800"/>
              </a:gdLst>
              <a:ahLst/>
              <a:cxnLst/>
              <a:rect l="textAreaLeft" t="textAreaTop" r="textAreaRight" b="textAreaBottom"/>
              <a:pathLst>
                <a:path w="158" h="32">
                  <a:moveTo>
                    <a:pt x="125" y="23"/>
                  </a:moveTo>
                  <a:cubicBezTo>
                    <a:pt x="136" y="25"/>
                    <a:pt x="158" y="25"/>
                    <a:pt x="158" y="29"/>
                  </a:cubicBezTo>
                  <a:cubicBezTo>
                    <a:pt x="158" y="32"/>
                    <a:pt x="139" y="32"/>
                    <a:pt x="127" y="32"/>
                  </a:cubicBezTo>
                  <a:cubicBezTo>
                    <a:pt x="84" y="32"/>
                    <a:pt x="37" y="26"/>
                    <a:pt x="0" y="8"/>
                  </a:cubicBezTo>
                  <a:cubicBezTo>
                    <a:pt x="4" y="4"/>
                    <a:pt x="13" y="0"/>
                    <a:pt x="19" y="0"/>
                  </a:cubicBezTo>
                  <a:cubicBezTo>
                    <a:pt x="60" y="16"/>
                    <a:pt x="110" y="21"/>
                    <a:pt x="125" y="2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26" name=""/>
            <p:cNvSpPr/>
            <p:nvPr/>
          </p:nvSpPr>
          <p:spPr>
            <a:xfrm>
              <a:off x="9247320" y="3638520"/>
              <a:ext cx="50760" cy="6480"/>
            </a:xfrm>
            <a:custGeom>
              <a:avLst/>
              <a:gdLst>
                <a:gd name="textAreaLeft" fmla="*/ 0 w 50760"/>
                <a:gd name="textAreaRight" fmla="*/ 51480 w 50760"/>
                <a:gd name="textAreaTop" fmla="*/ 0 h 6480"/>
                <a:gd name="textAreaBottom" fmla="*/ 7200 h 6480"/>
              </a:gdLst>
              <a:ahLst/>
              <a:cxnLst/>
              <a:rect l="textAreaLeft" t="textAreaTop" r="textAreaRight" b="textAreaBottom"/>
              <a:pathLst>
                <a:path w="143" h="20">
                  <a:moveTo>
                    <a:pt x="106" y="9"/>
                  </a:moveTo>
                  <a:cubicBezTo>
                    <a:pt x="126" y="11"/>
                    <a:pt x="142" y="9"/>
                    <a:pt x="143" y="12"/>
                  </a:cubicBezTo>
                  <a:cubicBezTo>
                    <a:pt x="144" y="17"/>
                    <a:pt x="123" y="18"/>
                    <a:pt x="112" y="18"/>
                  </a:cubicBezTo>
                  <a:cubicBezTo>
                    <a:pt x="79" y="20"/>
                    <a:pt x="56" y="22"/>
                    <a:pt x="19" y="15"/>
                  </a:cubicBezTo>
                  <a:cubicBezTo>
                    <a:pt x="15" y="15"/>
                    <a:pt x="-1" y="12"/>
                    <a:pt x="0" y="10"/>
                  </a:cubicBezTo>
                  <a:cubicBezTo>
                    <a:pt x="3" y="6"/>
                    <a:pt x="11" y="1"/>
                    <a:pt x="16" y="0"/>
                  </a:cubicBezTo>
                  <a:cubicBezTo>
                    <a:pt x="37" y="5"/>
                    <a:pt x="85" y="8"/>
                    <a:pt x="106" y="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27" name=""/>
            <p:cNvSpPr/>
            <p:nvPr/>
          </p:nvSpPr>
          <p:spPr>
            <a:xfrm>
              <a:off x="9279000" y="3675240"/>
              <a:ext cx="46440" cy="6120"/>
            </a:xfrm>
            <a:custGeom>
              <a:avLst/>
              <a:gdLst>
                <a:gd name="textAreaLeft" fmla="*/ 0 w 46440"/>
                <a:gd name="textAreaRight" fmla="*/ 47160 w 46440"/>
                <a:gd name="textAreaTop" fmla="*/ 0 h 6120"/>
                <a:gd name="textAreaBottom" fmla="*/ 6840 h 6120"/>
              </a:gdLst>
              <a:ahLst/>
              <a:cxnLst/>
              <a:rect l="textAreaLeft" t="textAreaTop" r="textAreaRight" b="textAreaBottom"/>
              <a:pathLst>
                <a:path w="131" h="19">
                  <a:moveTo>
                    <a:pt x="7" y="0"/>
                  </a:moveTo>
                  <a:cubicBezTo>
                    <a:pt x="24" y="3"/>
                    <a:pt x="38" y="5"/>
                    <a:pt x="55" y="6"/>
                  </a:cubicBezTo>
                  <a:cubicBezTo>
                    <a:pt x="67" y="7"/>
                    <a:pt x="85" y="9"/>
                    <a:pt x="101" y="9"/>
                  </a:cubicBezTo>
                  <a:cubicBezTo>
                    <a:pt x="114" y="10"/>
                    <a:pt x="131" y="8"/>
                    <a:pt x="131" y="11"/>
                  </a:cubicBezTo>
                  <a:cubicBezTo>
                    <a:pt x="131" y="16"/>
                    <a:pt x="112" y="18"/>
                    <a:pt x="99" y="19"/>
                  </a:cubicBezTo>
                  <a:cubicBezTo>
                    <a:pt x="70" y="19"/>
                    <a:pt x="37" y="19"/>
                    <a:pt x="3" y="11"/>
                  </a:cubicBezTo>
                  <a:cubicBezTo>
                    <a:pt x="2" y="11"/>
                    <a:pt x="0" y="9"/>
                    <a:pt x="0" y="9"/>
                  </a:cubicBezTo>
                  <a:cubicBezTo>
                    <a:pt x="2" y="6"/>
                    <a:pt x="5" y="2"/>
                    <a:pt x="7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228" name="PlaceHolder 1"/>
          <p:cNvSpPr>
            <a:spLocks noGrp="1"/>
          </p:cNvSpPr>
          <p:nvPr>
            <p:ph type="dt" idx="7"/>
          </p:nvPr>
        </p:nvSpPr>
        <p:spPr>
          <a:xfrm>
            <a:off x="504000" y="5165280"/>
            <a:ext cx="234756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ftr" idx="8"/>
          </p:nvPr>
        </p:nvSpPr>
        <p:spPr>
          <a:xfrm>
            <a:off x="3447360" y="5165280"/>
            <a:ext cx="319428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9"/>
          </p:nvPr>
        </p:nvSpPr>
        <p:spPr>
          <a:xfrm>
            <a:off x="7227360" y="5165280"/>
            <a:ext cx="234756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C254CD8-1450-4CBA-8F85-AA1F93989A3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 type="title"/>
          </p:nvPr>
        </p:nvSpPr>
        <p:spPr>
          <a:xfrm>
            <a:off x="540000" y="180000"/>
            <a:ext cx="8999280" cy="8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5"/>
          <p:cNvSpPr>
            <a:spLocks noGrp="1"/>
          </p:cNvSpPr>
          <p:nvPr>
            <p:ph type="body"/>
          </p:nvPr>
        </p:nvSpPr>
        <p:spPr>
          <a:xfrm>
            <a:off x="540000" y="1260000"/>
            <a:ext cx="8999280" cy="323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63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42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restbird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"/>
          <p:cNvSpPr/>
          <p:nvPr/>
        </p:nvSpPr>
        <p:spPr>
          <a:xfrm>
            <a:off x="0" y="5040000"/>
            <a:ext cx="10079280" cy="629280"/>
          </a:xfrm>
          <a:prstGeom prst="rect">
            <a:avLst/>
          </a:prstGeom>
          <a:solidFill>
            <a:srgbClr val="9ecf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endParaRPr b="1" lang="en-US" sz="14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grpSp>
        <p:nvGrpSpPr>
          <p:cNvPr id="234" name=""/>
          <p:cNvGrpSpPr/>
          <p:nvPr/>
        </p:nvGrpSpPr>
        <p:grpSpPr>
          <a:xfrm>
            <a:off x="9000000" y="4766400"/>
            <a:ext cx="496800" cy="396720"/>
            <a:chOff x="9000000" y="4766400"/>
            <a:chExt cx="496800" cy="396720"/>
          </a:xfrm>
        </p:grpSpPr>
        <p:sp>
          <p:nvSpPr>
            <p:cNvPr id="235" name=""/>
            <p:cNvSpPr/>
            <p:nvPr/>
          </p:nvSpPr>
          <p:spPr>
            <a:xfrm>
              <a:off x="9345960" y="4894200"/>
              <a:ext cx="150840" cy="228240"/>
            </a:xfrm>
            <a:custGeom>
              <a:avLst/>
              <a:gdLst>
                <a:gd name="textAreaLeft" fmla="*/ 0 w 150840"/>
                <a:gd name="textAreaRight" fmla="*/ 151560 w 150840"/>
                <a:gd name="textAreaTop" fmla="*/ 0 h 228240"/>
                <a:gd name="textAreaBottom" fmla="*/ 228960 h 228240"/>
              </a:gdLst>
              <a:ahLst/>
              <a:cxnLst/>
              <a:rect l="textAreaLeft" t="textAreaTop" r="textAreaRight" b="textAreaBottom"/>
              <a:pathLst>
                <a:path w="421" h="636">
                  <a:moveTo>
                    <a:pt x="240" y="544"/>
                  </a:moveTo>
                  <a:cubicBezTo>
                    <a:pt x="360" y="440"/>
                    <a:pt x="432" y="313"/>
                    <a:pt x="420" y="143"/>
                  </a:cubicBezTo>
                  <a:cubicBezTo>
                    <a:pt x="415" y="76"/>
                    <a:pt x="390" y="32"/>
                    <a:pt x="360" y="5"/>
                  </a:cubicBezTo>
                  <a:cubicBezTo>
                    <a:pt x="337" y="-16"/>
                    <a:pt x="196" y="32"/>
                    <a:pt x="196" y="185"/>
                  </a:cubicBezTo>
                  <a:cubicBezTo>
                    <a:pt x="198" y="474"/>
                    <a:pt x="65" y="484"/>
                    <a:pt x="0" y="634"/>
                  </a:cubicBezTo>
                  <a:cubicBezTo>
                    <a:pt x="69" y="645"/>
                    <a:pt x="152" y="622"/>
                    <a:pt x="240" y="54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36" name=""/>
            <p:cNvSpPr/>
            <p:nvPr/>
          </p:nvSpPr>
          <p:spPr>
            <a:xfrm>
              <a:off x="9331920" y="4887360"/>
              <a:ext cx="142920" cy="233280"/>
            </a:xfrm>
            <a:custGeom>
              <a:avLst/>
              <a:gdLst>
                <a:gd name="textAreaLeft" fmla="*/ 0 w 142920"/>
                <a:gd name="textAreaRight" fmla="*/ 143640 w 142920"/>
                <a:gd name="textAreaTop" fmla="*/ 0 h 233280"/>
                <a:gd name="textAreaBottom" fmla="*/ 234000 h 233280"/>
              </a:gdLst>
              <a:ahLst/>
              <a:cxnLst/>
              <a:rect l="textAreaLeft" t="textAreaTop" r="textAreaRight" b="textAreaBottom"/>
              <a:pathLst>
                <a:path w="399" h="650">
                  <a:moveTo>
                    <a:pt x="399" y="24"/>
                  </a:moveTo>
                  <a:cubicBezTo>
                    <a:pt x="323" y="-55"/>
                    <a:pt x="187" y="77"/>
                    <a:pt x="187" y="197"/>
                  </a:cubicBezTo>
                  <a:cubicBezTo>
                    <a:pt x="187" y="487"/>
                    <a:pt x="67" y="513"/>
                    <a:pt x="0" y="643"/>
                  </a:cubicBezTo>
                  <a:cubicBezTo>
                    <a:pt x="12" y="646"/>
                    <a:pt x="11" y="650"/>
                    <a:pt x="37" y="650"/>
                  </a:cubicBezTo>
                  <a:cubicBezTo>
                    <a:pt x="122" y="582"/>
                    <a:pt x="249" y="453"/>
                    <a:pt x="249" y="231"/>
                  </a:cubicBezTo>
                  <a:cubicBezTo>
                    <a:pt x="249" y="93"/>
                    <a:pt x="318" y="35"/>
                    <a:pt x="399" y="2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37" name=""/>
            <p:cNvSpPr/>
            <p:nvPr/>
          </p:nvSpPr>
          <p:spPr>
            <a:xfrm>
              <a:off x="9331920" y="4883040"/>
              <a:ext cx="134640" cy="234360"/>
            </a:xfrm>
            <a:custGeom>
              <a:avLst/>
              <a:gdLst>
                <a:gd name="textAreaLeft" fmla="*/ 0 w 134640"/>
                <a:gd name="textAreaRight" fmla="*/ 135360 w 134640"/>
                <a:gd name="textAreaTop" fmla="*/ 0 h 234360"/>
                <a:gd name="textAreaBottom" fmla="*/ 235080 h 234360"/>
              </a:gdLst>
              <a:ahLst/>
              <a:cxnLst/>
              <a:rect l="textAreaLeft" t="textAreaTop" r="textAreaRight" b="textAreaBottom"/>
              <a:pathLst>
                <a:path w="376" h="653">
                  <a:moveTo>
                    <a:pt x="376" y="17"/>
                  </a:moveTo>
                  <a:cubicBezTo>
                    <a:pt x="288" y="-36"/>
                    <a:pt x="159" y="40"/>
                    <a:pt x="159" y="186"/>
                  </a:cubicBezTo>
                  <a:cubicBezTo>
                    <a:pt x="159" y="423"/>
                    <a:pt x="53" y="414"/>
                    <a:pt x="0" y="529"/>
                  </a:cubicBezTo>
                  <a:cubicBezTo>
                    <a:pt x="0" y="570"/>
                    <a:pt x="0" y="612"/>
                    <a:pt x="0" y="653"/>
                  </a:cubicBezTo>
                  <a:cubicBezTo>
                    <a:pt x="37" y="628"/>
                    <a:pt x="212" y="479"/>
                    <a:pt x="212" y="218"/>
                  </a:cubicBezTo>
                  <a:cubicBezTo>
                    <a:pt x="212" y="79"/>
                    <a:pt x="293" y="19"/>
                    <a:pt x="376" y="1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38" name=""/>
            <p:cNvSpPr/>
            <p:nvPr/>
          </p:nvSpPr>
          <p:spPr>
            <a:xfrm>
              <a:off x="9000000" y="4921560"/>
              <a:ext cx="229320" cy="213480"/>
            </a:xfrm>
            <a:custGeom>
              <a:avLst/>
              <a:gdLst>
                <a:gd name="textAreaLeft" fmla="*/ 0 w 229320"/>
                <a:gd name="textAreaRight" fmla="*/ 230040 w 229320"/>
                <a:gd name="textAreaTop" fmla="*/ 0 h 213480"/>
                <a:gd name="textAreaBottom" fmla="*/ 214200 h 213480"/>
              </a:gdLst>
              <a:ahLst/>
              <a:cxnLst/>
              <a:rect l="textAreaLeft" t="textAreaTop" r="textAreaRight" b="textAreaBottom"/>
              <a:pathLst>
                <a:path w="639" h="595">
                  <a:moveTo>
                    <a:pt x="4" y="88"/>
                  </a:moveTo>
                  <a:cubicBezTo>
                    <a:pt x="-28" y="19"/>
                    <a:pt x="140" y="-18"/>
                    <a:pt x="198" y="9"/>
                  </a:cubicBezTo>
                  <a:cubicBezTo>
                    <a:pt x="198" y="48"/>
                    <a:pt x="198" y="86"/>
                    <a:pt x="198" y="125"/>
                  </a:cubicBezTo>
                  <a:cubicBezTo>
                    <a:pt x="133" y="112"/>
                    <a:pt x="27" y="136"/>
                    <a:pt x="4" y="88"/>
                  </a:cubicBezTo>
                  <a:moveTo>
                    <a:pt x="390" y="571"/>
                  </a:moveTo>
                  <a:cubicBezTo>
                    <a:pt x="390" y="537"/>
                    <a:pt x="503" y="469"/>
                    <a:pt x="639" y="469"/>
                  </a:cubicBezTo>
                  <a:cubicBezTo>
                    <a:pt x="639" y="511"/>
                    <a:pt x="639" y="553"/>
                    <a:pt x="639" y="595"/>
                  </a:cubicBezTo>
                  <a:cubicBezTo>
                    <a:pt x="556" y="587"/>
                    <a:pt x="390" y="606"/>
                    <a:pt x="390" y="57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39" name=""/>
            <p:cNvSpPr/>
            <p:nvPr/>
          </p:nvSpPr>
          <p:spPr>
            <a:xfrm>
              <a:off x="9083880" y="4851000"/>
              <a:ext cx="266760" cy="312120"/>
            </a:xfrm>
            <a:custGeom>
              <a:avLst/>
              <a:gdLst>
                <a:gd name="textAreaLeft" fmla="*/ 0 w 266760"/>
                <a:gd name="textAreaRight" fmla="*/ 267480 w 266760"/>
                <a:gd name="textAreaTop" fmla="*/ 0 h 312120"/>
                <a:gd name="textAreaBottom" fmla="*/ 312840 h 312120"/>
              </a:gdLst>
              <a:ahLst/>
              <a:cxnLst/>
              <a:rect l="textAreaLeft" t="textAreaTop" r="textAreaRight" b="textAreaBottom"/>
              <a:pathLst>
                <a:path w="743" h="869">
                  <a:moveTo>
                    <a:pt x="714" y="335"/>
                  </a:moveTo>
                  <a:cubicBezTo>
                    <a:pt x="675" y="238"/>
                    <a:pt x="571" y="120"/>
                    <a:pt x="419" y="55"/>
                  </a:cubicBezTo>
                  <a:cubicBezTo>
                    <a:pt x="39" y="-111"/>
                    <a:pt x="-99" y="141"/>
                    <a:pt x="74" y="268"/>
                  </a:cubicBezTo>
                  <a:cubicBezTo>
                    <a:pt x="277" y="418"/>
                    <a:pt x="258" y="657"/>
                    <a:pt x="336" y="756"/>
                  </a:cubicBezTo>
                  <a:cubicBezTo>
                    <a:pt x="254" y="777"/>
                    <a:pt x="194" y="821"/>
                    <a:pt x="194" y="846"/>
                  </a:cubicBezTo>
                  <a:cubicBezTo>
                    <a:pt x="194" y="881"/>
                    <a:pt x="359" y="862"/>
                    <a:pt x="442" y="869"/>
                  </a:cubicBezTo>
                  <a:cubicBezTo>
                    <a:pt x="580" y="869"/>
                    <a:pt x="691" y="841"/>
                    <a:pt x="691" y="807"/>
                  </a:cubicBezTo>
                  <a:cubicBezTo>
                    <a:pt x="693" y="781"/>
                    <a:pt x="689" y="765"/>
                    <a:pt x="682" y="751"/>
                  </a:cubicBezTo>
                  <a:cubicBezTo>
                    <a:pt x="749" y="652"/>
                    <a:pt x="763" y="455"/>
                    <a:pt x="714" y="33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40" name=""/>
            <p:cNvSpPr/>
            <p:nvPr/>
          </p:nvSpPr>
          <p:spPr>
            <a:xfrm>
              <a:off x="9187200" y="4956840"/>
              <a:ext cx="99360" cy="183240"/>
            </a:xfrm>
            <a:custGeom>
              <a:avLst/>
              <a:gdLst>
                <a:gd name="textAreaLeft" fmla="*/ 0 w 99360"/>
                <a:gd name="textAreaRight" fmla="*/ 100080 w 99360"/>
                <a:gd name="textAreaTop" fmla="*/ 0 h 183240"/>
                <a:gd name="textAreaBottom" fmla="*/ 183960 h 183240"/>
              </a:gdLst>
              <a:ahLst/>
              <a:cxnLst/>
              <a:rect l="textAreaLeft" t="textAreaTop" r="textAreaRight" b="textAreaBottom"/>
              <a:pathLst>
                <a:path w="278" h="511">
                  <a:moveTo>
                    <a:pt x="255" y="0"/>
                  </a:moveTo>
                  <a:cubicBezTo>
                    <a:pt x="135" y="10"/>
                    <a:pt x="27" y="120"/>
                    <a:pt x="27" y="257"/>
                  </a:cubicBezTo>
                  <a:cubicBezTo>
                    <a:pt x="29" y="379"/>
                    <a:pt x="105" y="441"/>
                    <a:pt x="80" y="450"/>
                  </a:cubicBezTo>
                  <a:cubicBezTo>
                    <a:pt x="-123" y="522"/>
                    <a:pt x="107" y="469"/>
                    <a:pt x="268" y="510"/>
                  </a:cubicBezTo>
                  <a:cubicBezTo>
                    <a:pt x="319" y="524"/>
                    <a:pt x="160" y="347"/>
                    <a:pt x="160" y="206"/>
                  </a:cubicBezTo>
                  <a:cubicBezTo>
                    <a:pt x="160" y="120"/>
                    <a:pt x="197" y="47"/>
                    <a:pt x="255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41" name=""/>
            <p:cNvSpPr/>
            <p:nvPr/>
          </p:nvSpPr>
          <p:spPr>
            <a:xfrm>
              <a:off x="9186120" y="4839480"/>
              <a:ext cx="179280" cy="281160"/>
            </a:xfrm>
            <a:custGeom>
              <a:avLst/>
              <a:gdLst>
                <a:gd name="textAreaLeft" fmla="*/ 0 w 179280"/>
                <a:gd name="textAreaRight" fmla="*/ 180000 w 179280"/>
                <a:gd name="textAreaTop" fmla="*/ 0 h 281160"/>
                <a:gd name="textAreaBottom" fmla="*/ 281880 h 281160"/>
              </a:gdLst>
              <a:ahLst/>
              <a:cxnLst/>
              <a:rect l="textAreaLeft" t="textAreaTop" r="textAreaRight" b="textAreaBottom"/>
              <a:pathLst>
                <a:path w="500" h="783">
                  <a:moveTo>
                    <a:pt x="138" y="34"/>
                  </a:moveTo>
                  <a:cubicBezTo>
                    <a:pt x="87" y="18"/>
                    <a:pt x="41" y="7"/>
                    <a:pt x="0" y="0"/>
                  </a:cubicBezTo>
                  <a:cubicBezTo>
                    <a:pt x="4" y="18"/>
                    <a:pt x="7" y="39"/>
                    <a:pt x="9" y="57"/>
                  </a:cubicBezTo>
                  <a:cubicBezTo>
                    <a:pt x="293" y="129"/>
                    <a:pt x="567" y="417"/>
                    <a:pt x="399" y="783"/>
                  </a:cubicBezTo>
                  <a:cubicBezTo>
                    <a:pt x="480" y="669"/>
                    <a:pt x="500" y="572"/>
                    <a:pt x="500" y="424"/>
                  </a:cubicBezTo>
                  <a:cubicBezTo>
                    <a:pt x="500" y="265"/>
                    <a:pt x="279" y="78"/>
                    <a:pt x="138" y="3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42" name=""/>
            <p:cNvSpPr/>
            <p:nvPr/>
          </p:nvSpPr>
          <p:spPr>
            <a:xfrm>
              <a:off x="9182520" y="4831920"/>
              <a:ext cx="196200" cy="289800"/>
            </a:xfrm>
            <a:custGeom>
              <a:avLst/>
              <a:gdLst>
                <a:gd name="textAreaLeft" fmla="*/ 0 w 196200"/>
                <a:gd name="textAreaRight" fmla="*/ 196920 w 196200"/>
                <a:gd name="textAreaTop" fmla="*/ 0 h 289800"/>
                <a:gd name="textAreaBottom" fmla="*/ 290520 h 289800"/>
              </a:gdLst>
              <a:ahLst/>
              <a:cxnLst/>
              <a:rect l="textAreaLeft" t="textAreaTop" r="textAreaRight" b="textAreaBottom"/>
              <a:pathLst>
                <a:path w="547" h="807">
                  <a:moveTo>
                    <a:pt x="0" y="0"/>
                  </a:moveTo>
                  <a:cubicBezTo>
                    <a:pt x="10" y="14"/>
                    <a:pt x="14" y="32"/>
                    <a:pt x="17" y="51"/>
                  </a:cubicBezTo>
                  <a:cubicBezTo>
                    <a:pt x="259" y="118"/>
                    <a:pt x="490" y="272"/>
                    <a:pt x="490" y="547"/>
                  </a:cubicBezTo>
                  <a:cubicBezTo>
                    <a:pt x="490" y="609"/>
                    <a:pt x="453" y="748"/>
                    <a:pt x="407" y="807"/>
                  </a:cubicBezTo>
                  <a:cubicBezTo>
                    <a:pt x="497" y="743"/>
                    <a:pt x="547" y="591"/>
                    <a:pt x="547" y="445"/>
                  </a:cubicBezTo>
                  <a:cubicBezTo>
                    <a:pt x="550" y="215"/>
                    <a:pt x="377" y="78"/>
                    <a:pt x="171" y="23"/>
                  </a:cubicBezTo>
                  <a:cubicBezTo>
                    <a:pt x="109" y="7"/>
                    <a:pt x="53" y="0"/>
                    <a:pt x="0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43" name=""/>
            <p:cNvSpPr/>
            <p:nvPr/>
          </p:nvSpPr>
          <p:spPr>
            <a:xfrm>
              <a:off x="9101880" y="4769640"/>
              <a:ext cx="46080" cy="48240"/>
            </a:xfrm>
            <a:custGeom>
              <a:avLst/>
              <a:gdLst>
                <a:gd name="textAreaLeft" fmla="*/ 0 w 46080"/>
                <a:gd name="textAreaRight" fmla="*/ 46800 w 46080"/>
                <a:gd name="textAreaTop" fmla="*/ 0 h 48240"/>
                <a:gd name="textAreaBottom" fmla="*/ 48960 h 48240"/>
              </a:gdLst>
              <a:ahLst/>
              <a:cxnLst/>
              <a:rect l="textAreaLeft" t="textAreaTop" r="textAreaRight" b="textAreaBottom"/>
              <a:pathLst>
                <a:path w="130" h="136">
                  <a:moveTo>
                    <a:pt x="1" y="136"/>
                  </a:moveTo>
                  <a:cubicBezTo>
                    <a:pt x="-6" y="64"/>
                    <a:pt x="36" y="45"/>
                    <a:pt x="54" y="0"/>
                  </a:cubicBezTo>
                  <a:cubicBezTo>
                    <a:pt x="79" y="41"/>
                    <a:pt x="123" y="51"/>
                    <a:pt x="130" y="122"/>
                  </a:cubicBezTo>
                  <a:cubicBezTo>
                    <a:pt x="87" y="127"/>
                    <a:pt x="44" y="131"/>
                    <a:pt x="1" y="13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44" name=""/>
            <p:cNvSpPr/>
            <p:nvPr/>
          </p:nvSpPr>
          <p:spPr>
            <a:xfrm>
              <a:off x="9030240" y="4766400"/>
              <a:ext cx="162000" cy="191880"/>
            </a:xfrm>
            <a:custGeom>
              <a:avLst/>
              <a:gdLst>
                <a:gd name="textAreaLeft" fmla="*/ 0 w 162000"/>
                <a:gd name="textAreaRight" fmla="*/ 162720 w 162000"/>
                <a:gd name="textAreaTop" fmla="*/ 0 h 191880"/>
                <a:gd name="textAreaBottom" fmla="*/ 192600 h 191880"/>
              </a:gdLst>
              <a:ahLst/>
              <a:cxnLst/>
              <a:rect l="textAreaLeft" t="textAreaTop" r="textAreaRight" b="textAreaBottom"/>
              <a:pathLst>
                <a:path w="452" h="535">
                  <a:moveTo>
                    <a:pt x="335" y="0"/>
                  </a:moveTo>
                  <a:cubicBezTo>
                    <a:pt x="308" y="41"/>
                    <a:pt x="261" y="50"/>
                    <a:pt x="252" y="122"/>
                  </a:cubicBezTo>
                  <a:cubicBezTo>
                    <a:pt x="128" y="127"/>
                    <a:pt x="-10" y="295"/>
                    <a:pt x="1" y="429"/>
                  </a:cubicBezTo>
                  <a:cubicBezTo>
                    <a:pt x="3" y="466"/>
                    <a:pt x="102" y="535"/>
                    <a:pt x="226" y="535"/>
                  </a:cubicBezTo>
                  <a:cubicBezTo>
                    <a:pt x="351" y="535"/>
                    <a:pt x="452" y="424"/>
                    <a:pt x="452" y="288"/>
                  </a:cubicBezTo>
                  <a:cubicBezTo>
                    <a:pt x="455" y="207"/>
                    <a:pt x="429" y="163"/>
                    <a:pt x="385" y="143"/>
                  </a:cubicBezTo>
                  <a:cubicBezTo>
                    <a:pt x="392" y="71"/>
                    <a:pt x="352" y="48"/>
                    <a:pt x="335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45" name=""/>
            <p:cNvSpPr/>
            <p:nvPr/>
          </p:nvSpPr>
          <p:spPr>
            <a:xfrm>
              <a:off x="9125640" y="4789440"/>
              <a:ext cx="35640" cy="69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69840"/>
                <a:gd name="textAreaBottom" fmla="*/ 70560 h 69840"/>
              </a:gdLst>
              <a:ahLst/>
              <a:cxnLst/>
              <a:rect l="textAreaLeft" t="textAreaTop" r="textAreaRight" b="textAreaBottom"/>
              <a:pathLst>
                <a:path w="101" h="196">
                  <a:moveTo>
                    <a:pt x="40" y="194"/>
                  </a:moveTo>
                  <a:cubicBezTo>
                    <a:pt x="13" y="189"/>
                    <a:pt x="-9" y="189"/>
                    <a:pt x="3" y="90"/>
                  </a:cubicBezTo>
                  <a:cubicBezTo>
                    <a:pt x="10" y="37"/>
                    <a:pt x="43" y="30"/>
                    <a:pt x="63" y="0"/>
                  </a:cubicBezTo>
                  <a:cubicBezTo>
                    <a:pt x="76" y="35"/>
                    <a:pt x="104" y="51"/>
                    <a:pt x="100" y="104"/>
                  </a:cubicBezTo>
                  <a:cubicBezTo>
                    <a:pt x="88" y="203"/>
                    <a:pt x="68" y="199"/>
                    <a:pt x="40" y="19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46" name=""/>
            <p:cNvSpPr/>
            <p:nvPr/>
          </p:nvSpPr>
          <p:spPr>
            <a:xfrm>
              <a:off x="9067320" y="4848480"/>
              <a:ext cx="48240" cy="44280"/>
            </a:xfrm>
            <a:custGeom>
              <a:avLst/>
              <a:gdLst>
                <a:gd name="textAreaLeft" fmla="*/ 0 w 48240"/>
                <a:gd name="textAreaRight" fmla="*/ 48960 w 48240"/>
                <a:gd name="textAreaTop" fmla="*/ 0 h 44280"/>
                <a:gd name="textAreaBottom" fmla="*/ 45000 h 44280"/>
              </a:gdLst>
              <a:ahLst/>
              <a:cxnLst/>
              <a:rect l="textAreaLeft" t="textAreaTop" r="textAreaRight" b="textAreaBottom"/>
              <a:pathLst>
                <a:path w="136" h="125">
                  <a:moveTo>
                    <a:pt x="60" y="125"/>
                  </a:moveTo>
                  <a:cubicBezTo>
                    <a:pt x="18" y="125"/>
                    <a:pt x="20" y="96"/>
                    <a:pt x="0" y="81"/>
                  </a:cubicBezTo>
                  <a:cubicBezTo>
                    <a:pt x="20" y="54"/>
                    <a:pt x="18" y="0"/>
                    <a:pt x="60" y="0"/>
                  </a:cubicBezTo>
                  <a:cubicBezTo>
                    <a:pt x="101" y="0"/>
                    <a:pt x="111" y="54"/>
                    <a:pt x="136" y="81"/>
                  </a:cubicBezTo>
                  <a:cubicBezTo>
                    <a:pt x="111" y="96"/>
                    <a:pt x="101" y="125"/>
                    <a:pt x="60" y="12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47" name=""/>
            <p:cNvSpPr/>
            <p:nvPr/>
          </p:nvSpPr>
          <p:spPr>
            <a:xfrm>
              <a:off x="9074520" y="4858560"/>
              <a:ext cx="29160" cy="26640"/>
            </a:xfrm>
            <a:custGeom>
              <a:avLst/>
              <a:gdLst>
                <a:gd name="textAreaLeft" fmla="*/ 0 w 29160"/>
                <a:gd name="textAreaRight" fmla="*/ 29880 w 29160"/>
                <a:gd name="textAreaTop" fmla="*/ 0 h 26640"/>
                <a:gd name="textAreaBottom" fmla="*/ 27360 h 26640"/>
              </a:gdLst>
              <a:ahLst/>
              <a:cxnLst/>
              <a:rect l="textAreaLeft" t="textAreaTop" r="textAreaRight" b="textAreaBottom"/>
              <a:pathLst>
                <a:path w="83" h="76">
                  <a:moveTo>
                    <a:pt x="37" y="76"/>
                  </a:moveTo>
                  <a:cubicBezTo>
                    <a:pt x="11" y="76"/>
                    <a:pt x="12" y="57"/>
                    <a:pt x="0" y="48"/>
                  </a:cubicBezTo>
                  <a:cubicBezTo>
                    <a:pt x="12" y="32"/>
                    <a:pt x="11" y="0"/>
                    <a:pt x="37" y="0"/>
                  </a:cubicBezTo>
                  <a:cubicBezTo>
                    <a:pt x="62" y="0"/>
                    <a:pt x="68" y="32"/>
                    <a:pt x="83" y="48"/>
                  </a:cubicBezTo>
                  <a:cubicBezTo>
                    <a:pt x="68" y="57"/>
                    <a:pt x="62" y="76"/>
                    <a:pt x="37" y="7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48" name=""/>
            <p:cNvSpPr/>
            <p:nvPr/>
          </p:nvSpPr>
          <p:spPr>
            <a:xfrm>
              <a:off x="9060480" y="4864320"/>
              <a:ext cx="140760" cy="120240"/>
            </a:xfrm>
            <a:custGeom>
              <a:avLst/>
              <a:gdLst>
                <a:gd name="textAreaLeft" fmla="*/ 0 w 140760"/>
                <a:gd name="textAreaRight" fmla="*/ 141480 w 140760"/>
                <a:gd name="textAreaTop" fmla="*/ 0 h 120240"/>
                <a:gd name="textAreaBottom" fmla="*/ 120960 h 120240"/>
              </a:gdLst>
              <a:ahLst/>
              <a:cxnLst/>
              <a:rect l="textAreaLeft" t="textAreaTop" r="textAreaRight" b="textAreaBottom"/>
              <a:pathLst>
                <a:path w="393" h="336">
                  <a:moveTo>
                    <a:pt x="275" y="27"/>
                  </a:moveTo>
                  <a:cubicBezTo>
                    <a:pt x="219" y="-43"/>
                    <a:pt x="218" y="43"/>
                    <a:pt x="189" y="50"/>
                  </a:cubicBezTo>
                  <a:cubicBezTo>
                    <a:pt x="198" y="53"/>
                    <a:pt x="206" y="56"/>
                    <a:pt x="215" y="59"/>
                  </a:cubicBezTo>
                  <a:cubicBezTo>
                    <a:pt x="200" y="66"/>
                    <a:pt x="184" y="73"/>
                    <a:pt x="169" y="80"/>
                  </a:cubicBezTo>
                  <a:cubicBezTo>
                    <a:pt x="173" y="84"/>
                    <a:pt x="176" y="88"/>
                    <a:pt x="180" y="91"/>
                  </a:cubicBezTo>
                  <a:cubicBezTo>
                    <a:pt x="172" y="91"/>
                    <a:pt x="165" y="91"/>
                    <a:pt x="157" y="91"/>
                  </a:cubicBezTo>
                  <a:cubicBezTo>
                    <a:pt x="162" y="95"/>
                    <a:pt x="166" y="99"/>
                    <a:pt x="171" y="103"/>
                  </a:cubicBezTo>
                  <a:cubicBezTo>
                    <a:pt x="168" y="106"/>
                    <a:pt x="165" y="108"/>
                    <a:pt x="162" y="110"/>
                  </a:cubicBezTo>
                  <a:cubicBezTo>
                    <a:pt x="146" y="100"/>
                    <a:pt x="129" y="96"/>
                    <a:pt x="111" y="96"/>
                  </a:cubicBezTo>
                  <a:cubicBezTo>
                    <a:pt x="51" y="96"/>
                    <a:pt x="0" y="149"/>
                    <a:pt x="0" y="216"/>
                  </a:cubicBezTo>
                  <a:cubicBezTo>
                    <a:pt x="0" y="283"/>
                    <a:pt x="49" y="336"/>
                    <a:pt x="111" y="336"/>
                  </a:cubicBezTo>
                  <a:cubicBezTo>
                    <a:pt x="171" y="336"/>
                    <a:pt x="222" y="283"/>
                    <a:pt x="222" y="216"/>
                  </a:cubicBezTo>
                  <a:cubicBezTo>
                    <a:pt x="222" y="214"/>
                    <a:pt x="222" y="212"/>
                    <a:pt x="222" y="209"/>
                  </a:cubicBezTo>
                  <a:cubicBezTo>
                    <a:pt x="236" y="213"/>
                    <a:pt x="249" y="217"/>
                    <a:pt x="263" y="220"/>
                  </a:cubicBezTo>
                  <a:cubicBezTo>
                    <a:pt x="260" y="210"/>
                    <a:pt x="257" y="199"/>
                    <a:pt x="254" y="188"/>
                  </a:cubicBezTo>
                  <a:cubicBezTo>
                    <a:pt x="270" y="188"/>
                    <a:pt x="286" y="188"/>
                    <a:pt x="302" y="188"/>
                  </a:cubicBezTo>
                  <a:cubicBezTo>
                    <a:pt x="295" y="182"/>
                    <a:pt x="288" y="176"/>
                    <a:pt x="282" y="170"/>
                  </a:cubicBezTo>
                  <a:cubicBezTo>
                    <a:pt x="305" y="153"/>
                    <a:pt x="328" y="135"/>
                    <a:pt x="351" y="117"/>
                  </a:cubicBezTo>
                  <a:cubicBezTo>
                    <a:pt x="337" y="117"/>
                    <a:pt x="323" y="117"/>
                    <a:pt x="309" y="117"/>
                  </a:cubicBezTo>
                  <a:cubicBezTo>
                    <a:pt x="330" y="104"/>
                    <a:pt x="352" y="91"/>
                    <a:pt x="374" y="77"/>
                  </a:cubicBezTo>
                  <a:cubicBezTo>
                    <a:pt x="359" y="77"/>
                    <a:pt x="344" y="77"/>
                    <a:pt x="329" y="77"/>
                  </a:cubicBezTo>
                  <a:cubicBezTo>
                    <a:pt x="354" y="75"/>
                    <a:pt x="421" y="23"/>
                    <a:pt x="379" y="38"/>
                  </a:cubicBezTo>
                  <a:cubicBezTo>
                    <a:pt x="337" y="52"/>
                    <a:pt x="309" y="31"/>
                    <a:pt x="275" y="2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49" name=""/>
            <p:cNvSpPr/>
            <p:nvPr/>
          </p:nvSpPr>
          <p:spPr>
            <a:xfrm>
              <a:off x="9015120" y="4945680"/>
              <a:ext cx="180720" cy="91080"/>
            </a:xfrm>
            <a:custGeom>
              <a:avLst/>
              <a:gdLst>
                <a:gd name="textAreaLeft" fmla="*/ 0 w 180720"/>
                <a:gd name="textAreaRight" fmla="*/ 181440 w 180720"/>
                <a:gd name="textAreaTop" fmla="*/ 0 h 91080"/>
                <a:gd name="textAreaBottom" fmla="*/ 91800 h 91080"/>
              </a:gdLst>
              <a:ahLst/>
              <a:cxnLst/>
              <a:rect l="textAreaLeft" t="textAreaTop" r="textAreaRight" b="textAreaBottom"/>
              <a:pathLst>
                <a:path w="504" h="255">
                  <a:moveTo>
                    <a:pt x="197" y="126"/>
                  </a:moveTo>
                  <a:cubicBezTo>
                    <a:pt x="133" y="114"/>
                    <a:pt x="26" y="138"/>
                    <a:pt x="4" y="89"/>
                  </a:cubicBezTo>
                  <a:cubicBezTo>
                    <a:pt x="-28" y="20"/>
                    <a:pt x="167" y="-22"/>
                    <a:pt x="217" y="11"/>
                  </a:cubicBezTo>
                  <a:cubicBezTo>
                    <a:pt x="337" y="84"/>
                    <a:pt x="499" y="-58"/>
                    <a:pt x="504" y="156"/>
                  </a:cubicBezTo>
                  <a:cubicBezTo>
                    <a:pt x="506" y="209"/>
                    <a:pt x="379" y="364"/>
                    <a:pt x="197" y="12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250" name=""/>
          <p:cNvGrpSpPr/>
          <p:nvPr/>
        </p:nvGrpSpPr>
        <p:grpSpPr>
          <a:xfrm>
            <a:off x="8190000" y="4770000"/>
            <a:ext cx="449280" cy="539640"/>
            <a:chOff x="8190000" y="4770000"/>
            <a:chExt cx="449280" cy="539640"/>
          </a:xfrm>
        </p:grpSpPr>
        <p:sp>
          <p:nvSpPr>
            <p:cNvPr id="251" name=""/>
            <p:cNvSpPr/>
            <p:nvPr/>
          </p:nvSpPr>
          <p:spPr>
            <a:xfrm>
              <a:off x="8190000" y="5139720"/>
              <a:ext cx="77760" cy="78480"/>
            </a:xfrm>
            <a:custGeom>
              <a:avLst/>
              <a:gdLst>
                <a:gd name="textAreaLeft" fmla="*/ 0 w 77760"/>
                <a:gd name="textAreaRight" fmla="*/ 78480 w 77760"/>
                <a:gd name="textAreaTop" fmla="*/ 0 h 78480"/>
                <a:gd name="textAreaBottom" fmla="*/ 79200 h 78480"/>
              </a:gdLst>
              <a:ahLst/>
              <a:cxnLst/>
              <a:rect l="textAreaLeft" t="textAreaTop" r="textAreaRight" b="textAreaBottom"/>
              <a:pathLst>
                <a:path w="218" h="220">
                  <a:moveTo>
                    <a:pt x="0" y="110"/>
                  </a:moveTo>
                  <a:cubicBezTo>
                    <a:pt x="0" y="129"/>
                    <a:pt x="5" y="149"/>
                    <a:pt x="14" y="165"/>
                  </a:cubicBezTo>
                  <a:cubicBezTo>
                    <a:pt x="24" y="182"/>
                    <a:pt x="38" y="196"/>
                    <a:pt x="55" y="205"/>
                  </a:cubicBezTo>
                  <a:cubicBezTo>
                    <a:pt x="71" y="215"/>
                    <a:pt x="90" y="220"/>
                    <a:pt x="109" y="220"/>
                  </a:cubicBezTo>
                  <a:cubicBezTo>
                    <a:pt x="129" y="220"/>
                    <a:pt x="147" y="215"/>
                    <a:pt x="164" y="205"/>
                  </a:cubicBezTo>
                  <a:cubicBezTo>
                    <a:pt x="181" y="196"/>
                    <a:pt x="194" y="182"/>
                    <a:pt x="203" y="165"/>
                  </a:cubicBezTo>
                  <a:cubicBezTo>
                    <a:pt x="213" y="149"/>
                    <a:pt x="218" y="129"/>
                    <a:pt x="218" y="110"/>
                  </a:cubicBezTo>
                  <a:cubicBezTo>
                    <a:pt x="218" y="91"/>
                    <a:pt x="214" y="72"/>
                    <a:pt x="203" y="55"/>
                  </a:cubicBezTo>
                  <a:cubicBezTo>
                    <a:pt x="194" y="39"/>
                    <a:pt x="181" y="25"/>
                    <a:pt x="164" y="15"/>
                  </a:cubicBezTo>
                  <a:cubicBezTo>
                    <a:pt x="147" y="5"/>
                    <a:pt x="128" y="0"/>
                    <a:pt x="109" y="0"/>
                  </a:cubicBezTo>
                  <a:cubicBezTo>
                    <a:pt x="90" y="0"/>
                    <a:pt x="71" y="5"/>
                    <a:pt x="55" y="15"/>
                  </a:cubicBezTo>
                  <a:cubicBezTo>
                    <a:pt x="38" y="25"/>
                    <a:pt x="24" y="39"/>
                    <a:pt x="14" y="55"/>
                  </a:cubicBezTo>
                  <a:cubicBezTo>
                    <a:pt x="5" y="72"/>
                    <a:pt x="0" y="91"/>
                    <a:pt x="0" y="11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52" name=""/>
            <p:cNvSpPr/>
            <p:nvPr/>
          </p:nvSpPr>
          <p:spPr>
            <a:xfrm>
              <a:off x="8218440" y="5131080"/>
              <a:ext cx="135720" cy="156600"/>
            </a:xfrm>
            <a:custGeom>
              <a:avLst/>
              <a:gdLst>
                <a:gd name="textAreaLeft" fmla="*/ 0 w 135720"/>
                <a:gd name="textAreaRight" fmla="*/ 136440 w 135720"/>
                <a:gd name="textAreaTop" fmla="*/ 0 h 156600"/>
                <a:gd name="textAreaBottom" fmla="*/ 157320 h 156600"/>
              </a:gdLst>
              <a:ahLst/>
              <a:cxnLst/>
              <a:rect l="textAreaLeft" t="textAreaTop" r="textAreaRight" b="textAreaBottom"/>
              <a:pathLst>
                <a:path w="379" h="437">
                  <a:moveTo>
                    <a:pt x="22" y="367"/>
                  </a:moveTo>
                  <a:cubicBezTo>
                    <a:pt x="-61" y="85"/>
                    <a:pt x="113" y="122"/>
                    <a:pt x="158" y="0"/>
                  </a:cubicBezTo>
                  <a:cubicBezTo>
                    <a:pt x="223" y="29"/>
                    <a:pt x="288" y="58"/>
                    <a:pt x="352" y="87"/>
                  </a:cubicBezTo>
                  <a:cubicBezTo>
                    <a:pt x="352" y="85"/>
                    <a:pt x="412" y="357"/>
                    <a:pt x="354" y="417"/>
                  </a:cubicBezTo>
                  <a:cubicBezTo>
                    <a:pt x="311" y="462"/>
                    <a:pt x="39" y="424"/>
                    <a:pt x="22" y="36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53" name=""/>
            <p:cNvSpPr/>
            <p:nvPr/>
          </p:nvSpPr>
          <p:spPr>
            <a:xfrm>
              <a:off x="8264520" y="5218560"/>
              <a:ext cx="79920" cy="37440"/>
            </a:xfrm>
            <a:custGeom>
              <a:avLst/>
              <a:gdLst>
                <a:gd name="textAreaLeft" fmla="*/ 0 w 79920"/>
                <a:gd name="textAreaRight" fmla="*/ 80640 w 79920"/>
                <a:gd name="textAreaTop" fmla="*/ 0 h 37440"/>
                <a:gd name="textAreaBottom" fmla="*/ 38160 h 37440"/>
              </a:gdLst>
              <a:ahLst/>
              <a:cxnLst/>
              <a:rect l="textAreaLeft" t="textAreaTop" r="textAreaRight" b="textAreaBottom"/>
              <a:pathLst>
                <a:path w="224" h="106">
                  <a:moveTo>
                    <a:pt x="194" y="52"/>
                  </a:moveTo>
                  <a:cubicBezTo>
                    <a:pt x="178" y="37"/>
                    <a:pt x="158" y="21"/>
                    <a:pt x="136" y="14"/>
                  </a:cubicBezTo>
                  <a:cubicBezTo>
                    <a:pt x="93" y="-4"/>
                    <a:pt x="43" y="-4"/>
                    <a:pt x="0" y="11"/>
                  </a:cubicBezTo>
                  <a:cubicBezTo>
                    <a:pt x="46" y="11"/>
                    <a:pt x="88" y="14"/>
                    <a:pt x="128" y="32"/>
                  </a:cubicBezTo>
                  <a:cubicBezTo>
                    <a:pt x="148" y="38"/>
                    <a:pt x="166" y="49"/>
                    <a:pt x="183" y="61"/>
                  </a:cubicBezTo>
                  <a:cubicBezTo>
                    <a:pt x="196" y="73"/>
                    <a:pt x="213" y="89"/>
                    <a:pt x="224" y="106"/>
                  </a:cubicBezTo>
                  <a:cubicBezTo>
                    <a:pt x="221" y="87"/>
                    <a:pt x="211" y="67"/>
                    <a:pt x="194" y="5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54" name=""/>
            <p:cNvSpPr/>
            <p:nvPr/>
          </p:nvSpPr>
          <p:spPr>
            <a:xfrm>
              <a:off x="8328600" y="5118480"/>
              <a:ext cx="115200" cy="190800"/>
            </a:xfrm>
            <a:custGeom>
              <a:avLst/>
              <a:gdLst>
                <a:gd name="textAreaLeft" fmla="*/ 0 w 115200"/>
                <a:gd name="textAreaRight" fmla="*/ 115920 w 115200"/>
                <a:gd name="textAreaTop" fmla="*/ 0 h 190800"/>
                <a:gd name="textAreaBottom" fmla="*/ 191520 h 190800"/>
              </a:gdLst>
              <a:ahLst/>
              <a:cxnLst/>
              <a:rect l="textAreaLeft" t="textAreaTop" r="textAreaRight" b="textAreaBottom"/>
              <a:pathLst>
                <a:path w="322" h="532">
                  <a:moveTo>
                    <a:pt x="65" y="500"/>
                  </a:moveTo>
                  <a:cubicBezTo>
                    <a:pt x="0" y="437"/>
                    <a:pt x="2" y="160"/>
                    <a:pt x="0" y="22"/>
                  </a:cubicBezTo>
                  <a:cubicBezTo>
                    <a:pt x="93" y="14"/>
                    <a:pt x="186" y="7"/>
                    <a:pt x="279" y="0"/>
                  </a:cubicBezTo>
                  <a:cubicBezTo>
                    <a:pt x="281" y="0"/>
                    <a:pt x="357" y="440"/>
                    <a:pt x="303" y="500"/>
                  </a:cubicBezTo>
                  <a:cubicBezTo>
                    <a:pt x="262" y="544"/>
                    <a:pt x="112" y="542"/>
                    <a:pt x="65" y="50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55" name=""/>
            <p:cNvSpPr/>
            <p:nvPr/>
          </p:nvSpPr>
          <p:spPr>
            <a:xfrm>
              <a:off x="8430120" y="5118480"/>
              <a:ext cx="115920" cy="191160"/>
            </a:xfrm>
            <a:custGeom>
              <a:avLst/>
              <a:gdLst>
                <a:gd name="textAreaLeft" fmla="*/ 0 w 115920"/>
                <a:gd name="textAreaRight" fmla="*/ 116640 w 115920"/>
                <a:gd name="textAreaTop" fmla="*/ 0 h 191160"/>
                <a:gd name="textAreaBottom" fmla="*/ 191880 h 191160"/>
              </a:gdLst>
              <a:ahLst/>
              <a:cxnLst/>
              <a:rect l="textAreaLeft" t="textAreaTop" r="textAreaRight" b="textAreaBottom"/>
              <a:pathLst>
                <a:path w="324" h="533">
                  <a:moveTo>
                    <a:pt x="258" y="500"/>
                  </a:moveTo>
                  <a:cubicBezTo>
                    <a:pt x="324" y="437"/>
                    <a:pt x="321" y="160"/>
                    <a:pt x="324" y="22"/>
                  </a:cubicBezTo>
                  <a:cubicBezTo>
                    <a:pt x="231" y="14"/>
                    <a:pt x="138" y="7"/>
                    <a:pt x="45" y="0"/>
                  </a:cubicBezTo>
                  <a:cubicBezTo>
                    <a:pt x="37" y="167"/>
                    <a:pt x="-34" y="440"/>
                    <a:pt x="21" y="500"/>
                  </a:cubicBezTo>
                  <a:cubicBezTo>
                    <a:pt x="62" y="545"/>
                    <a:pt x="212" y="542"/>
                    <a:pt x="258" y="50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56" name=""/>
            <p:cNvSpPr/>
            <p:nvPr/>
          </p:nvSpPr>
          <p:spPr>
            <a:xfrm>
              <a:off x="8433720" y="5220720"/>
              <a:ext cx="7200" cy="77040"/>
            </a:xfrm>
            <a:custGeom>
              <a:avLst/>
              <a:gdLst>
                <a:gd name="textAreaLeft" fmla="*/ 0 w 7200"/>
                <a:gd name="textAreaRight" fmla="*/ 7920 w 7200"/>
                <a:gd name="textAreaTop" fmla="*/ 0 h 77040"/>
                <a:gd name="textAreaBottom" fmla="*/ 77760 h 77040"/>
              </a:gdLst>
              <a:ahLst/>
              <a:cxnLst/>
              <a:rect l="textAreaLeft" t="textAreaTop" r="textAreaRight" b="textAreaBottom"/>
              <a:pathLst>
                <a:path w="22" h="216">
                  <a:moveTo>
                    <a:pt x="22" y="108"/>
                  </a:moveTo>
                  <a:cubicBezTo>
                    <a:pt x="22" y="73"/>
                    <a:pt x="19" y="35"/>
                    <a:pt x="10" y="0"/>
                  </a:cubicBezTo>
                  <a:cubicBezTo>
                    <a:pt x="2" y="35"/>
                    <a:pt x="0" y="73"/>
                    <a:pt x="0" y="108"/>
                  </a:cubicBezTo>
                  <a:cubicBezTo>
                    <a:pt x="2" y="145"/>
                    <a:pt x="2" y="180"/>
                    <a:pt x="10" y="216"/>
                  </a:cubicBezTo>
                  <a:cubicBezTo>
                    <a:pt x="19" y="180"/>
                    <a:pt x="22" y="143"/>
                    <a:pt x="22" y="10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57" name=""/>
            <p:cNvSpPr/>
            <p:nvPr/>
          </p:nvSpPr>
          <p:spPr>
            <a:xfrm>
              <a:off x="8349120" y="5110920"/>
              <a:ext cx="176040" cy="156240"/>
            </a:xfrm>
            <a:custGeom>
              <a:avLst/>
              <a:gdLst>
                <a:gd name="textAreaLeft" fmla="*/ 0 w 176040"/>
                <a:gd name="textAreaRight" fmla="*/ 176760 w 176040"/>
                <a:gd name="textAreaTop" fmla="*/ 0 h 156240"/>
                <a:gd name="textAreaBottom" fmla="*/ 156960 h 156240"/>
              </a:gdLst>
              <a:ahLst/>
              <a:cxnLst/>
              <a:rect l="textAreaLeft" t="textAreaTop" r="textAreaRight" b="textAreaBottom"/>
              <a:pathLst>
                <a:path w="491" h="436">
                  <a:moveTo>
                    <a:pt x="246" y="436"/>
                  </a:moveTo>
                  <a:cubicBezTo>
                    <a:pt x="328" y="359"/>
                    <a:pt x="491" y="318"/>
                    <a:pt x="491" y="205"/>
                  </a:cubicBezTo>
                  <a:cubicBezTo>
                    <a:pt x="491" y="93"/>
                    <a:pt x="383" y="0"/>
                    <a:pt x="246" y="0"/>
                  </a:cubicBezTo>
                  <a:cubicBezTo>
                    <a:pt x="109" y="0"/>
                    <a:pt x="0" y="93"/>
                    <a:pt x="0" y="205"/>
                  </a:cubicBezTo>
                  <a:cubicBezTo>
                    <a:pt x="0" y="318"/>
                    <a:pt x="164" y="359"/>
                    <a:pt x="246" y="43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58" name=""/>
            <p:cNvSpPr/>
            <p:nvPr/>
          </p:nvSpPr>
          <p:spPr>
            <a:xfrm>
              <a:off x="8235720" y="4770000"/>
              <a:ext cx="132480" cy="236160"/>
            </a:xfrm>
            <a:custGeom>
              <a:avLst/>
              <a:gdLst>
                <a:gd name="textAreaLeft" fmla="*/ 0 w 132480"/>
                <a:gd name="textAreaRight" fmla="*/ 133200 w 132480"/>
                <a:gd name="textAreaTop" fmla="*/ 0 h 236160"/>
                <a:gd name="textAreaBottom" fmla="*/ 236880 h 236160"/>
              </a:gdLst>
              <a:ahLst/>
              <a:cxnLst/>
              <a:rect l="textAreaLeft" t="textAreaTop" r="textAreaRight" b="textAreaBottom"/>
              <a:pathLst>
                <a:path w="370" h="658">
                  <a:moveTo>
                    <a:pt x="337" y="288"/>
                  </a:moveTo>
                  <a:cubicBezTo>
                    <a:pt x="351" y="550"/>
                    <a:pt x="359" y="511"/>
                    <a:pt x="370" y="623"/>
                  </a:cubicBezTo>
                  <a:cubicBezTo>
                    <a:pt x="319" y="635"/>
                    <a:pt x="268" y="646"/>
                    <a:pt x="217" y="658"/>
                  </a:cubicBezTo>
                  <a:cubicBezTo>
                    <a:pt x="154" y="558"/>
                    <a:pt x="225" y="633"/>
                    <a:pt x="29" y="358"/>
                  </a:cubicBezTo>
                  <a:cubicBezTo>
                    <a:pt x="-42" y="255"/>
                    <a:pt x="34" y="15"/>
                    <a:pt x="78" y="0"/>
                  </a:cubicBezTo>
                  <a:cubicBezTo>
                    <a:pt x="106" y="-7"/>
                    <a:pt x="332" y="152"/>
                    <a:pt x="337" y="28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59" name=""/>
            <p:cNvSpPr/>
            <p:nvPr/>
          </p:nvSpPr>
          <p:spPr>
            <a:xfrm>
              <a:off x="8261280" y="4817520"/>
              <a:ext cx="95760" cy="186480"/>
            </a:xfrm>
            <a:custGeom>
              <a:avLst/>
              <a:gdLst>
                <a:gd name="textAreaLeft" fmla="*/ 0 w 95760"/>
                <a:gd name="textAreaRight" fmla="*/ 96480 w 95760"/>
                <a:gd name="textAreaTop" fmla="*/ 0 h 186480"/>
                <a:gd name="textAreaBottom" fmla="*/ 187200 h 186480"/>
              </a:gdLst>
              <a:ahLst/>
              <a:cxnLst/>
              <a:rect l="textAreaLeft" t="textAreaTop" r="textAreaRight" b="textAreaBottom"/>
              <a:pathLst>
                <a:path w="268" h="520">
                  <a:moveTo>
                    <a:pt x="200" y="171"/>
                  </a:moveTo>
                  <a:cubicBezTo>
                    <a:pt x="252" y="426"/>
                    <a:pt x="246" y="389"/>
                    <a:pt x="268" y="499"/>
                  </a:cubicBezTo>
                  <a:cubicBezTo>
                    <a:pt x="235" y="506"/>
                    <a:pt x="201" y="513"/>
                    <a:pt x="167" y="520"/>
                  </a:cubicBezTo>
                  <a:cubicBezTo>
                    <a:pt x="118" y="417"/>
                    <a:pt x="167" y="503"/>
                    <a:pt x="20" y="210"/>
                  </a:cubicBezTo>
                  <a:cubicBezTo>
                    <a:pt x="-19" y="136"/>
                    <a:pt x="4" y="14"/>
                    <a:pt x="44" y="1"/>
                  </a:cubicBezTo>
                  <a:cubicBezTo>
                    <a:pt x="72" y="-7"/>
                    <a:pt x="179" y="66"/>
                    <a:pt x="200" y="17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60" name=""/>
            <p:cNvSpPr/>
            <p:nvPr/>
          </p:nvSpPr>
          <p:spPr>
            <a:xfrm>
              <a:off x="8506080" y="4770000"/>
              <a:ext cx="133200" cy="236160"/>
            </a:xfrm>
            <a:custGeom>
              <a:avLst/>
              <a:gdLst>
                <a:gd name="textAreaLeft" fmla="*/ 0 w 133200"/>
                <a:gd name="textAreaRight" fmla="*/ 133920 w 133200"/>
                <a:gd name="textAreaTop" fmla="*/ 0 h 236160"/>
                <a:gd name="textAreaBottom" fmla="*/ 236880 h 236160"/>
              </a:gdLst>
              <a:ahLst/>
              <a:cxnLst/>
              <a:rect l="textAreaLeft" t="textAreaTop" r="textAreaRight" b="textAreaBottom"/>
              <a:pathLst>
                <a:path w="372" h="658">
                  <a:moveTo>
                    <a:pt x="33" y="288"/>
                  </a:moveTo>
                  <a:cubicBezTo>
                    <a:pt x="20" y="550"/>
                    <a:pt x="11" y="511"/>
                    <a:pt x="0" y="623"/>
                  </a:cubicBezTo>
                  <a:cubicBezTo>
                    <a:pt x="51" y="635"/>
                    <a:pt x="103" y="646"/>
                    <a:pt x="154" y="658"/>
                  </a:cubicBezTo>
                  <a:cubicBezTo>
                    <a:pt x="216" y="558"/>
                    <a:pt x="146" y="633"/>
                    <a:pt x="342" y="358"/>
                  </a:cubicBezTo>
                  <a:cubicBezTo>
                    <a:pt x="415" y="255"/>
                    <a:pt x="337" y="15"/>
                    <a:pt x="292" y="0"/>
                  </a:cubicBezTo>
                  <a:cubicBezTo>
                    <a:pt x="265" y="-7"/>
                    <a:pt x="38" y="152"/>
                    <a:pt x="33" y="28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61" name=""/>
            <p:cNvSpPr/>
            <p:nvPr/>
          </p:nvSpPr>
          <p:spPr>
            <a:xfrm>
              <a:off x="8517240" y="4817520"/>
              <a:ext cx="95760" cy="187560"/>
            </a:xfrm>
            <a:custGeom>
              <a:avLst/>
              <a:gdLst>
                <a:gd name="textAreaLeft" fmla="*/ 0 w 95760"/>
                <a:gd name="textAreaRight" fmla="*/ 96480 w 95760"/>
                <a:gd name="textAreaTop" fmla="*/ 0 h 187560"/>
                <a:gd name="textAreaBottom" fmla="*/ 188280 h 187560"/>
              </a:gdLst>
              <a:ahLst/>
              <a:cxnLst/>
              <a:rect l="textAreaLeft" t="textAreaTop" r="textAreaRight" b="textAreaBottom"/>
              <a:pathLst>
                <a:path w="268" h="523">
                  <a:moveTo>
                    <a:pt x="68" y="171"/>
                  </a:moveTo>
                  <a:cubicBezTo>
                    <a:pt x="15" y="426"/>
                    <a:pt x="23" y="389"/>
                    <a:pt x="0" y="499"/>
                  </a:cubicBezTo>
                  <a:cubicBezTo>
                    <a:pt x="33" y="507"/>
                    <a:pt x="65" y="515"/>
                    <a:pt x="98" y="523"/>
                  </a:cubicBezTo>
                  <a:cubicBezTo>
                    <a:pt x="148" y="420"/>
                    <a:pt x="98" y="505"/>
                    <a:pt x="248" y="213"/>
                  </a:cubicBezTo>
                  <a:cubicBezTo>
                    <a:pt x="286" y="136"/>
                    <a:pt x="267" y="14"/>
                    <a:pt x="223" y="1"/>
                  </a:cubicBezTo>
                  <a:cubicBezTo>
                    <a:pt x="196" y="-7"/>
                    <a:pt x="90" y="66"/>
                    <a:pt x="68" y="17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62" name=""/>
            <p:cNvSpPr/>
            <p:nvPr/>
          </p:nvSpPr>
          <p:spPr>
            <a:xfrm>
              <a:off x="8257680" y="4914000"/>
              <a:ext cx="359280" cy="288000"/>
            </a:xfrm>
            <a:custGeom>
              <a:avLst/>
              <a:gdLst>
                <a:gd name="textAreaLeft" fmla="*/ 0 w 359280"/>
                <a:gd name="textAreaRight" fmla="*/ 360000 w 359280"/>
                <a:gd name="textAreaTop" fmla="*/ 0 h 288000"/>
                <a:gd name="textAreaBottom" fmla="*/ 288720 h 288000"/>
              </a:gdLst>
              <a:ahLst/>
              <a:cxnLst/>
              <a:rect l="textAreaLeft" t="textAreaTop" r="textAreaRight" b="textAreaBottom"/>
              <a:pathLst>
                <a:path w="1000" h="802">
                  <a:moveTo>
                    <a:pt x="500" y="0"/>
                  </a:moveTo>
                  <a:cubicBezTo>
                    <a:pt x="224" y="0"/>
                    <a:pt x="99" y="108"/>
                    <a:pt x="99" y="258"/>
                  </a:cubicBezTo>
                  <a:cubicBezTo>
                    <a:pt x="99" y="383"/>
                    <a:pt x="-108" y="568"/>
                    <a:pt x="77" y="690"/>
                  </a:cubicBezTo>
                  <a:cubicBezTo>
                    <a:pt x="167" y="751"/>
                    <a:pt x="320" y="802"/>
                    <a:pt x="500" y="802"/>
                  </a:cubicBezTo>
                  <a:cubicBezTo>
                    <a:pt x="680" y="802"/>
                    <a:pt x="833" y="751"/>
                    <a:pt x="923" y="690"/>
                  </a:cubicBezTo>
                  <a:cubicBezTo>
                    <a:pt x="1109" y="565"/>
                    <a:pt x="902" y="383"/>
                    <a:pt x="902" y="258"/>
                  </a:cubicBezTo>
                  <a:cubicBezTo>
                    <a:pt x="902" y="108"/>
                    <a:pt x="779" y="0"/>
                    <a:pt x="500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63" name=""/>
            <p:cNvSpPr/>
            <p:nvPr/>
          </p:nvSpPr>
          <p:spPr>
            <a:xfrm>
              <a:off x="8281080" y="4953600"/>
              <a:ext cx="314640" cy="238680"/>
            </a:xfrm>
            <a:custGeom>
              <a:avLst/>
              <a:gdLst>
                <a:gd name="textAreaLeft" fmla="*/ 0 w 314640"/>
                <a:gd name="textAreaRight" fmla="*/ 315360 w 314640"/>
                <a:gd name="textAreaTop" fmla="*/ 0 h 238680"/>
                <a:gd name="textAreaBottom" fmla="*/ 239400 h 238680"/>
              </a:gdLst>
              <a:ahLst/>
              <a:cxnLst/>
              <a:rect l="textAreaLeft" t="textAreaTop" r="textAreaRight" b="textAreaBottom"/>
              <a:pathLst>
                <a:path w="876" h="665">
                  <a:moveTo>
                    <a:pt x="400" y="22"/>
                  </a:moveTo>
                  <a:cubicBezTo>
                    <a:pt x="424" y="-7"/>
                    <a:pt x="446" y="-7"/>
                    <a:pt x="471" y="22"/>
                  </a:cubicBezTo>
                  <a:cubicBezTo>
                    <a:pt x="528" y="90"/>
                    <a:pt x="619" y="235"/>
                    <a:pt x="624" y="355"/>
                  </a:cubicBezTo>
                  <a:cubicBezTo>
                    <a:pt x="727" y="342"/>
                    <a:pt x="845" y="347"/>
                    <a:pt x="869" y="397"/>
                  </a:cubicBezTo>
                  <a:cubicBezTo>
                    <a:pt x="916" y="497"/>
                    <a:pt x="697" y="665"/>
                    <a:pt x="438" y="665"/>
                  </a:cubicBezTo>
                  <a:cubicBezTo>
                    <a:pt x="176" y="665"/>
                    <a:pt x="-40" y="497"/>
                    <a:pt x="6" y="397"/>
                  </a:cubicBezTo>
                  <a:cubicBezTo>
                    <a:pt x="26" y="347"/>
                    <a:pt x="146" y="342"/>
                    <a:pt x="247" y="355"/>
                  </a:cubicBezTo>
                  <a:cubicBezTo>
                    <a:pt x="252" y="235"/>
                    <a:pt x="342" y="90"/>
                    <a:pt x="400" y="2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64" name=""/>
            <p:cNvSpPr/>
            <p:nvPr/>
          </p:nvSpPr>
          <p:spPr>
            <a:xfrm>
              <a:off x="8363160" y="5124600"/>
              <a:ext cx="147600" cy="48960"/>
            </a:xfrm>
            <a:custGeom>
              <a:avLst/>
              <a:gdLst>
                <a:gd name="textAreaLeft" fmla="*/ 0 w 147600"/>
                <a:gd name="textAreaRight" fmla="*/ 148320 w 147600"/>
                <a:gd name="textAreaTop" fmla="*/ 0 h 48960"/>
                <a:gd name="textAreaBottom" fmla="*/ 49680 h 48960"/>
              </a:gdLst>
              <a:ahLst/>
              <a:cxnLst/>
              <a:rect l="textAreaLeft" t="textAreaTop" r="textAreaRight" b="textAreaBottom"/>
              <a:pathLst>
                <a:path w="412" h="138">
                  <a:moveTo>
                    <a:pt x="83" y="50"/>
                  </a:moveTo>
                  <a:cubicBezTo>
                    <a:pt x="113" y="53"/>
                    <a:pt x="146" y="45"/>
                    <a:pt x="171" y="30"/>
                  </a:cubicBezTo>
                  <a:cubicBezTo>
                    <a:pt x="184" y="23"/>
                    <a:pt x="196" y="12"/>
                    <a:pt x="206" y="0"/>
                  </a:cubicBezTo>
                  <a:cubicBezTo>
                    <a:pt x="214" y="12"/>
                    <a:pt x="228" y="23"/>
                    <a:pt x="242" y="30"/>
                  </a:cubicBezTo>
                  <a:cubicBezTo>
                    <a:pt x="269" y="45"/>
                    <a:pt x="299" y="53"/>
                    <a:pt x="329" y="50"/>
                  </a:cubicBezTo>
                  <a:cubicBezTo>
                    <a:pt x="359" y="50"/>
                    <a:pt x="390" y="40"/>
                    <a:pt x="411" y="23"/>
                  </a:cubicBezTo>
                  <a:cubicBezTo>
                    <a:pt x="425" y="12"/>
                    <a:pt x="353" y="138"/>
                    <a:pt x="206" y="138"/>
                  </a:cubicBezTo>
                  <a:cubicBezTo>
                    <a:pt x="59" y="138"/>
                    <a:pt x="-12" y="12"/>
                    <a:pt x="2" y="23"/>
                  </a:cubicBezTo>
                  <a:cubicBezTo>
                    <a:pt x="23" y="38"/>
                    <a:pt x="53" y="47"/>
                    <a:pt x="83" y="5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65" name=""/>
            <p:cNvSpPr/>
            <p:nvPr/>
          </p:nvSpPr>
          <p:spPr>
            <a:xfrm>
              <a:off x="8310600" y="4988880"/>
              <a:ext cx="86400" cy="94320"/>
            </a:xfrm>
            <a:custGeom>
              <a:avLst/>
              <a:gdLst>
                <a:gd name="textAreaLeft" fmla="*/ 0 w 86400"/>
                <a:gd name="textAreaRight" fmla="*/ 87120 w 86400"/>
                <a:gd name="textAreaTop" fmla="*/ 0 h 94320"/>
                <a:gd name="textAreaBottom" fmla="*/ 95040 h 94320"/>
              </a:gdLst>
              <a:ahLst/>
              <a:cxnLst/>
              <a:rect l="textAreaLeft" t="textAreaTop" r="textAreaRight" b="textAreaBottom"/>
              <a:pathLst>
                <a:path w="242" h="264">
                  <a:moveTo>
                    <a:pt x="159" y="7"/>
                  </a:moveTo>
                  <a:cubicBezTo>
                    <a:pt x="76" y="-23"/>
                    <a:pt x="22" y="50"/>
                    <a:pt x="8" y="89"/>
                  </a:cubicBezTo>
                  <a:cubicBezTo>
                    <a:pt x="-13" y="149"/>
                    <a:pt x="13" y="217"/>
                    <a:pt x="22" y="232"/>
                  </a:cubicBezTo>
                  <a:cubicBezTo>
                    <a:pt x="28" y="242"/>
                    <a:pt x="88" y="290"/>
                    <a:pt x="221" y="244"/>
                  </a:cubicBezTo>
                  <a:cubicBezTo>
                    <a:pt x="219" y="244"/>
                    <a:pt x="254" y="177"/>
                    <a:pt x="237" y="114"/>
                  </a:cubicBezTo>
                  <a:cubicBezTo>
                    <a:pt x="211" y="78"/>
                    <a:pt x="229" y="32"/>
                    <a:pt x="159" y="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66" name=""/>
            <p:cNvSpPr/>
            <p:nvPr/>
          </p:nvSpPr>
          <p:spPr>
            <a:xfrm>
              <a:off x="8305200" y="4983840"/>
              <a:ext cx="90360" cy="101880"/>
            </a:xfrm>
            <a:custGeom>
              <a:avLst/>
              <a:gdLst>
                <a:gd name="textAreaLeft" fmla="*/ 0 w 90360"/>
                <a:gd name="textAreaRight" fmla="*/ 91080 w 90360"/>
                <a:gd name="textAreaTop" fmla="*/ 0 h 101880"/>
                <a:gd name="textAreaBottom" fmla="*/ 102600 h 101880"/>
              </a:gdLst>
              <a:ahLst/>
              <a:cxnLst/>
              <a:rect l="textAreaLeft" t="textAreaTop" r="textAreaRight" b="textAreaBottom"/>
              <a:pathLst>
                <a:path w="253" h="285">
                  <a:moveTo>
                    <a:pt x="223" y="46"/>
                  </a:moveTo>
                  <a:cubicBezTo>
                    <a:pt x="213" y="33"/>
                    <a:pt x="201" y="23"/>
                    <a:pt x="188" y="15"/>
                  </a:cubicBezTo>
                  <a:cubicBezTo>
                    <a:pt x="182" y="11"/>
                    <a:pt x="175" y="8"/>
                    <a:pt x="166" y="6"/>
                  </a:cubicBezTo>
                  <a:cubicBezTo>
                    <a:pt x="158" y="3"/>
                    <a:pt x="150" y="1"/>
                    <a:pt x="142" y="1"/>
                  </a:cubicBezTo>
                  <a:cubicBezTo>
                    <a:pt x="109" y="-4"/>
                    <a:pt x="75" y="11"/>
                    <a:pt x="54" y="31"/>
                  </a:cubicBezTo>
                  <a:cubicBezTo>
                    <a:pt x="32" y="50"/>
                    <a:pt x="14" y="78"/>
                    <a:pt x="5" y="108"/>
                  </a:cubicBezTo>
                  <a:cubicBezTo>
                    <a:pt x="-3" y="138"/>
                    <a:pt x="-1" y="170"/>
                    <a:pt x="7" y="201"/>
                  </a:cubicBezTo>
                  <a:cubicBezTo>
                    <a:pt x="10" y="216"/>
                    <a:pt x="16" y="231"/>
                    <a:pt x="24" y="243"/>
                  </a:cubicBezTo>
                  <a:cubicBezTo>
                    <a:pt x="25" y="245"/>
                    <a:pt x="26" y="246"/>
                    <a:pt x="27" y="248"/>
                  </a:cubicBezTo>
                  <a:cubicBezTo>
                    <a:pt x="27" y="250"/>
                    <a:pt x="27" y="253"/>
                    <a:pt x="27" y="255"/>
                  </a:cubicBezTo>
                  <a:cubicBezTo>
                    <a:pt x="28" y="256"/>
                    <a:pt x="28" y="257"/>
                    <a:pt x="29" y="258"/>
                  </a:cubicBezTo>
                  <a:cubicBezTo>
                    <a:pt x="32" y="261"/>
                    <a:pt x="35" y="263"/>
                    <a:pt x="40" y="266"/>
                  </a:cubicBezTo>
                  <a:cubicBezTo>
                    <a:pt x="49" y="271"/>
                    <a:pt x="54" y="273"/>
                    <a:pt x="62" y="275"/>
                  </a:cubicBezTo>
                  <a:cubicBezTo>
                    <a:pt x="92" y="286"/>
                    <a:pt x="122" y="286"/>
                    <a:pt x="152" y="283"/>
                  </a:cubicBezTo>
                  <a:cubicBezTo>
                    <a:pt x="182" y="278"/>
                    <a:pt x="210" y="271"/>
                    <a:pt x="237" y="258"/>
                  </a:cubicBezTo>
                  <a:cubicBezTo>
                    <a:pt x="210" y="263"/>
                    <a:pt x="179" y="271"/>
                    <a:pt x="152" y="271"/>
                  </a:cubicBezTo>
                  <a:cubicBezTo>
                    <a:pt x="125" y="271"/>
                    <a:pt x="95" y="269"/>
                    <a:pt x="70" y="258"/>
                  </a:cubicBezTo>
                  <a:cubicBezTo>
                    <a:pt x="65" y="255"/>
                    <a:pt x="59" y="254"/>
                    <a:pt x="54" y="248"/>
                  </a:cubicBezTo>
                  <a:cubicBezTo>
                    <a:pt x="52" y="246"/>
                    <a:pt x="49" y="246"/>
                    <a:pt x="49" y="243"/>
                  </a:cubicBezTo>
                  <a:cubicBezTo>
                    <a:pt x="48" y="242"/>
                    <a:pt x="47" y="240"/>
                    <a:pt x="46" y="238"/>
                  </a:cubicBezTo>
                  <a:cubicBezTo>
                    <a:pt x="40" y="226"/>
                    <a:pt x="37" y="213"/>
                    <a:pt x="32" y="201"/>
                  </a:cubicBezTo>
                  <a:cubicBezTo>
                    <a:pt x="27" y="173"/>
                    <a:pt x="24" y="146"/>
                    <a:pt x="32" y="120"/>
                  </a:cubicBezTo>
                  <a:cubicBezTo>
                    <a:pt x="37" y="96"/>
                    <a:pt x="54" y="73"/>
                    <a:pt x="73" y="56"/>
                  </a:cubicBezTo>
                  <a:cubicBezTo>
                    <a:pt x="92" y="38"/>
                    <a:pt x="117" y="26"/>
                    <a:pt x="142" y="29"/>
                  </a:cubicBezTo>
                  <a:cubicBezTo>
                    <a:pt x="147" y="29"/>
                    <a:pt x="154" y="28"/>
                    <a:pt x="160" y="31"/>
                  </a:cubicBezTo>
                  <a:cubicBezTo>
                    <a:pt x="166" y="33"/>
                    <a:pt x="175" y="33"/>
                    <a:pt x="180" y="36"/>
                  </a:cubicBezTo>
                  <a:cubicBezTo>
                    <a:pt x="193" y="41"/>
                    <a:pt x="205" y="48"/>
                    <a:pt x="213" y="58"/>
                  </a:cubicBezTo>
                  <a:cubicBezTo>
                    <a:pt x="231" y="73"/>
                    <a:pt x="245" y="99"/>
                    <a:pt x="253" y="128"/>
                  </a:cubicBezTo>
                  <a:cubicBezTo>
                    <a:pt x="253" y="99"/>
                    <a:pt x="243" y="71"/>
                    <a:pt x="223" y="4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67" name=""/>
            <p:cNvSpPr/>
            <p:nvPr/>
          </p:nvSpPr>
          <p:spPr>
            <a:xfrm>
              <a:off x="8333280" y="5011200"/>
              <a:ext cx="50400" cy="56880"/>
            </a:xfrm>
            <a:custGeom>
              <a:avLst/>
              <a:gdLst>
                <a:gd name="textAreaLeft" fmla="*/ 0 w 50400"/>
                <a:gd name="textAreaRight" fmla="*/ 51120 w 50400"/>
                <a:gd name="textAreaTop" fmla="*/ 0 h 56880"/>
                <a:gd name="textAreaBottom" fmla="*/ 57600 h 56880"/>
              </a:gdLst>
              <a:ahLst/>
              <a:cxnLst/>
              <a:rect l="textAreaLeft" t="textAreaTop" r="textAreaRight" b="textAreaBottom"/>
              <a:pathLst>
                <a:path w="142" h="160">
                  <a:moveTo>
                    <a:pt x="0" y="80"/>
                  </a:moveTo>
                  <a:cubicBezTo>
                    <a:pt x="0" y="94"/>
                    <a:pt x="3" y="108"/>
                    <a:pt x="9" y="120"/>
                  </a:cubicBezTo>
                  <a:cubicBezTo>
                    <a:pt x="15" y="132"/>
                    <a:pt x="24" y="142"/>
                    <a:pt x="35" y="149"/>
                  </a:cubicBezTo>
                  <a:cubicBezTo>
                    <a:pt x="46" y="156"/>
                    <a:pt x="59" y="160"/>
                    <a:pt x="71" y="160"/>
                  </a:cubicBezTo>
                  <a:cubicBezTo>
                    <a:pt x="84" y="160"/>
                    <a:pt x="96" y="156"/>
                    <a:pt x="106" y="149"/>
                  </a:cubicBezTo>
                  <a:cubicBezTo>
                    <a:pt x="117" y="142"/>
                    <a:pt x="126" y="132"/>
                    <a:pt x="132" y="120"/>
                  </a:cubicBezTo>
                  <a:cubicBezTo>
                    <a:pt x="138" y="108"/>
                    <a:pt x="142" y="94"/>
                    <a:pt x="142" y="80"/>
                  </a:cubicBezTo>
                  <a:cubicBezTo>
                    <a:pt x="142" y="66"/>
                    <a:pt x="138" y="52"/>
                    <a:pt x="132" y="40"/>
                  </a:cubicBezTo>
                  <a:cubicBezTo>
                    <a:pt x="126" y="27"/>
                    <a:pt x="117" y="17"/>
                    <a:pt x="106" y="10"/>
                  </a:cubicBezTo>
                  <a:cubicBezTo>
                    <a:pt x="96" y="3"/>
                    <a:pt x="84" y="0"/>
                    <a:pt x="71" y="0"/>
                  </a:cubicBezTo>
                  <a:cubicBezTo>
                    <a:pt x="59" y="0"/>
                    <a:pt x="46" y="3"/>
                    <a:pt x="35" y="10"/>
                  </a:cubicBezTo>
                  <a:cubicBezTo>
                    <a:pt x="24" y="17"/>
                    <a:pt x="15" y="27"/>
                    <a:pt x="9" y="40"/>
                  </a:cubicBezTo>
                  <a:cubicBezTo>
                    <a:pt x="3" y="52"/>
                    <a:pt x="0" y="66"/>
                    <a:pt x="0" y="8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68" name=""/>
            <p:cNvSpPr/>
            <p:nvPr/>
          </p:nvSpPr>
          <p:spPr>
            <a:xfrm>
              <a:off x="8477640" y="4988880"/>
              <a:ext cx="86040" cy="94320"/>
            </a:xfrm>
            <a:custGeom>
              <a:avLst/>
              <a:gdLst>
                <a:gd name="textAreaLeft" fmla="*/ 0 w 86040"/>
                <a:gd name="textAreaRight" fmla="*/ 86760 w 86040"/>
                <a:gd name="textAreaTop" fmla="*/ 0 h 94320"/>
                <a:gd name="textAreaBottom" fmla="*/ 95040 h 94320"/>
              </a:gdLst>
              <a:ahLst/>
              <a:cxnLst/>
              <a:rect l="textAreaLeft" t="textAreaTop" r="textAreaRight" b="textAreaBottom"/>
              <a:pathLst>
                <a:path w="241" h="264">
                  <a:moveTo>
                    <a:pt x="83" y="7"/>
                  </a:moveTo>
                  <a:cubicBezTo>
                    <a:pt x="164" y="-23"/>
                    <a:pt x="219" y="50"/>
                    <a:pt x="233" y="89"/>
                  </a:cubicBezTo>
                  <a:cubicBezTo>
                    <a:pt x="255" y="149"/>
                    <a:pt x="227" y="217"/>
                    <a:pt x="219" y="232"/>
                  </a:cubicBezTo>
                  <a:cubicBezTo>
                    <a:pt x="214" y="242"/>
                    <a:pt x="154" y="290"/>
                    <a:pt x="20" y="244"/>
                  </a:cubicBezTo>
                  <a:cubicBezTo>
                    <a:pt x="23" y="244"/>
                    <a:pt x="-10" y="177"/>
                    <a:pt x="3" y="114"/>
                  </a:cubicBezTo>
                  <a:cubicBezTo>
                    <a:pt x="30" y="78"/>
                    <a:pt x="11" y="32"/>
                    <a:pt x="83" y="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69" name=""/>
            <p:cNvSpPr/>
            <p:nvPr/>
          </p:nvSpPr>
          <p:spPr>
            <a:xfrm>
              <a:off x="8478720" y="4984560"/>
              <a:ext cx="91080" cy="100440"/>
            </a:xfrm>
            <a:custGeom>
              <a:avLst/>
              <a:gdLst>
                <a:gd name="textAreaLeft" fmla="*/ 0 w 91080"/>
                <a:gd name="textAreaRight" fmla="*/ 91800 w 91080"/>
                <a:gd name="textAreaTop" fmla="*/ 0 h 100440"/>
                <a:gd name="textAreaBottom" fmla="*/ 101160 h 100440"/>
              </a:gdLst>
              <a:ahLst/>
              <a:cxnLst/>
              <a:rect l="textAreaLeft" t="textAreaTop" r="textAreaRight" b="textAreaBottom"/>
              <a:pathLst>
                <a:path w="255" h="281">
                  <a:moveTo>
                    <a:pt x="41" y="54"/>
                  </a:moveTo>
                  <a:cubicBezTo>
                    <a:pt x="53" y="43"/>
                    <a:pt x="63" y="36"/>
                    <a:pt x="74" y="31"/>
                  </a:cubicBezTo>
                  <a:cubicBezTo>
                    <a:pt x="79" y="28"/>
                    <a:pt x="88" y="26"/>
                    <a:pt x="93" y="26"/>
                  </a:cubicBezTo>
                  <a:cubicBezTo>
                    <a:pt x="99" y="24"/>
                    <a:pt x="107" y="24"/>
                    <a:pt x="113" y="24"/>
                  </a:cubicBezTo>
                  <a:cubicBezTo>
                    <a:pt x="137" y="24"/>
                    <a:pt x="164" y="34"/>
                    <a:pt x="181" y="51"/>
                  </a:cubicBezTo>
                  <a:cubicBezTo>
                    <a:pt x="199" y="69"/>
                    <a:pt x="216" y="94"/>
                    <a:pt x="222" y="116"/>
                  </a:cubicBezTo>
                  <a:cubicBezTo>
                    <a:pt x="227" y="141"/>
                    <a:pt x="227" y="168"/>
                    <a:pt x="222" y="196"/>
                  </a:cubicBezTo>
                  <a:cubicBezTo>
                    <a:pt x="219" y="209"/>
                    <a:pt x="214" y="224"/>
                    <a:pt x="208" y="233"/>
                  </a:cubicBezTo>
                  <a:cubicBezTo>
                    <a:pt x="207" y="235"/>
                    <a:pt x="206" y="237"/>
                    <a:pt x="205" y="238"/>
                  </a:cubicBezTo>
                  <a:cubicBezTo>
                    <a:pt x="202" y="241"/>
                    <a:pt x="199" y="241"/>
                    <a:pt x="199" y="244"/>
                  </a:cubicBezTo>
                  <a:cubicBezTo>
                    <a:pt x="194" y="246"/>
                    <a:pt x="189" y="251"/>
                    <a:pt x="184" y="253"/>
                  </a:cubicBezTo>
                  <a:cubicBezTo>
                    <a:pt x="159" y="264"/>
                    <a:pt x="131" y="268"/>
                    <a:pt x="101" y="266"/>
                  </a:cubicBezTo>
                  <a:cubicBezTo>
                    <a:pt x="74" y="266"/>
                    <a:pt x="44" y="261"/>
                    <a:pt x="17" y="253"/>
                  </a:cubicBezTo>
                  <a:cubicBezTo>
                    <a:pt x="44" y="266"/>
                    <a:pt x="71" y="274"/>
                    <a:pt x="101" y="279"/>
                  </a:cubicBezTo>
                  <a:cubicBezTo>
                    <a:pt x="131" y="284"/>
                    <a:pt x="161" y="281"/>
                    <a:pt x="192" y="271"/>
                  </a:cubicBezTo>
                  <a:cubicBezTo>
                    <a:pt x="199" y="268"/>
                    <a:pt x="205" y="266"/>
                    <a:pt x="214" y="261"/>
                  </a:cubicBezTo>
                  <a:cubicBezTo>
                    <a:pt x="216" y="259"/>
                    <a:pt x="222" y="256"/>
                    <a:pt x="224" y="253"/>
                  </a:cubicBezTo>
                  <a:cubicBezTo>
                    <a:pt x="225" y="253"/>
                    <a:pt x="226" y="252"/>
                    <a:pt x="227" y="251"/>
                  </a:cubicBezTo>
                  <a:cubicBezTo>
                    <a:pt x="228" y="250"/>
                    <a:pt x="229" y="249"/>
                    <a:pt x="230" y="249"/>
                  </a:cubicBezTo>
                  <a:cubicBezTo>
                    <a:pt x="230" y="248"/>
                    <a:pt x="230" y="247"/>
                    <a:pt x="230" y="246"/>
                  </a:cubicBezTo>
                  <a:cubicBezTo>
                    <a:pt x="231" y="245"/>
                    <a:pt x="232" y="244"/>
                    <a:pt x="232" y="244"/>
                  </a:cubicBezTo>
                  <a:cubicBezTo>
                    <a:pt x="237" y="229"/>
                    <a:pt x="244" y="216"/>
                    <a:pt x="249" y="201"/>
                  </a:cubicBezTo>
                  <a:cubicBezTo>
                    <a:pt x="257" y="171"/>
                    <a:pt x="257" y="141"/>
                    <a:pt x="252" y="109"/>
                  </a:cubicBezTo>
                  <a:cubicBezTo>
                    <a:pt x="244" y="78"/>
                    <a:pt x="224" y="51"/>
                    <a:pt x="202" y="31"/>
                  </a:cubicBezTo>
                  <a:cubicBezTo>
                    <a:pt x="178" y="11"/>
                    <a:pt x="148" y="-4"/>
                    <a:pt x="115" y="1"/>
                  </a:cubicBezTo>
                  <a:cubicBezTo>
                    <a:pt x="107" y="1"/>
                    <a:pt x="99" y="4"/>
                    <a:pt x="91" y="6"/>
                  </a:cubicBezTo>
                  <a:cubicBezTo>
                    <a:pt x="83" y="8"/>
                    <a:pt x="76" y="11"/>
                    <a:pt x="69" y="16"/>
                  </a:cubicBezTo>
                  <a:cubicBezTo>
                    <a:pt x="55" y="24"/>
                    <a:pt x="44" y="34"/>
                    <a:pt x="33" y="46"/>
                  </a:cubicBezTo>
                  <a:cubicBezTo>
                    <a:pt x="14" y="66"/>
                    <a:pt x="3" y="96"/>
                    <a:pt x="0" y="126"/>
                  </a:cubicBezTo>
                  <a:cubicBezTo>
                    <a:pt x="8" y="98"/>
                    <a:pt x="20" y="71"/>
                    <a:pt x="41" y="5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70" name=""/>
            <p:cNvSpPr/>
            <p:nvPr/>
          </p:nvSpPr>
          <p:spPr>
            <a:xfrm>
              <a:off x="8491680" y="5011200"/>
              <a:ext cx="50040" cy="56880"/>
            </a:xfrm>
            <a:custGeom>
              <a:avLst/>
              <a:gdLst>
                <a:gd name="textAreaLeft" fmla="*/ 0 w 50040"/>
                <a:gd name="textAreaRight" fmla="*/ 50760 w 50040"/>
                <a:gd name="textAreaTop" fmla="*/ 0 h 56880"/>
                <a:gd name="textAreaBottom" fmla="*/ 57600 h 56880"/>
              </a:gdLst>
              <a:ahLst/>
              <a:cxnLst/>
              <a:rect l="textAreaLeft" t="textAreaTop" r="textAreaRight" b="textAreaBottom"/>
              <a:pathLst>
                <a:path w="141" h="160">
                  <a:moveTo>
                    <a:pt x="0" y="80"/>
                  </a:moveTo>
                  <a:cubicBezTo>
                    <a:pt x="0" y="94"/>
                    <a:pt x="3" y="108"/>
                    <a:pt x="9" y="120"/>
                  </a:cubicBezTo>
                  <a:cubicBezTo>
                    <a:pt x="15" y="132"/>
                    <a:pt x="24" y="142"/>
                    <a:pt x="35" y="149"/>
                  </a:cubicBezTo>
                  <a:cubicBezTo>
                    <a:pt x="46" y="156"/>
                    <a:pt x="58" y="160"/>
                    <a:pt x="71" y="160"/>
                  </a:cubicBezTo>
                  <a:cubicBezTo>
                    <a:pt x="84" y="160"/>
                    <a:pt x="95" y="156"/>
                    <a:pt x="106" y="149"/>
                  </a:cubicBezTo>
                  <a:cubicBezTo>
                    <a:pt x="117" y="142"/>
                    <a:pt x="126" y="132"/>
                    <a:pt x="132" y="120"/>
                  </a:cubicBezTo>
                  <a:cubicBezTo>
                    <a:pt x="138" y="108"/>
                    <a:pt x="141" y="94"/>
                    <a:pt x="141" y="80"/>
                  </a:cubicBezTo>
                  <a:cubicBezTo>
                    <a:pt x="141" y="66"/>
                    <a:pt x="138" y="52"/>
                    <a:pt x="132" y="40"/>
                  </a:cubicBezTo>
                  <a:cubicBezTo>
                    <a:pt x="126" y="27"/>
                    <a:pt x="117" y="17"/>
                    <a:pt x="106" y="10"/>
                  </a:cubicBezTo>
                  <a:cubicBezTo>
                    <a:pt x="95" y="3"/>
                    <a:pt x="84" y="0"/>
                    <a:pt x="71" y="0"/>
                  </a:cubicBezTo>
                  <a:cubicBezTo>
                    <a:pt x="58" y="0"/>
                    <a:pt x="46" y="3"/>
                    <a:pt x="35" y="10"/>
                  </a:cubicBezTo>
                  <a:cubicBezTo>
                    <a:pt x="24" y="17"/>
                    <a:pt x="15" y="27"/>
                    <a:pt x="9" y="40"/>
                  </a:cubicBezTo>
                  <a:cubicBezTo>
                    <a:pt x="3" y="52"/>
                    <a:pt x="0" y="66"/>
                    <a:pt x="0" y="8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71" name=""/>
            <p:cNvSpPr/>
            <p:nvPr/>
          </p:nvSpPr>
          <p:spPr>
            <a:xfrm>
              <a:off x="8412120" y="5113080"/>
              <a:ext cx="51480" cy="38880"/>
            </a:xfrm>
            <a:custGeom>
              <a:avLst/>
              <a:gdLst>
                <a:gd name="textAreaLeft" fmla="*/ 0 w 51480"/>
                <a:gd name="textAreaRight" fmla="*/ 52200 w 51480"/>
                <a:gd name="textAreaTop" fmla="*/ 0 h 38880"/>
                <a:gd name="textAreaBottom" fmla="*/ 39600 h 38880"/>
              </a:gdLst>
              <a:ahLst/>
              <a:cxnLst/>
              <a:rect l="textAreaLeft" t="textAreaTop" r="textAreaRight" b="textAreaBottom"/>
              <a:pathLst>
                <a:path w="145" h="110">
                  <a:moveTo>
                    <a:pt x="145" y="0"/>
                  </a:moveTo>
                  <a:cubicBezTo>
                    <a:pt x="96" y="0"/>
                    <a:pt x="48" y="0"/>
                    <a:pt x="0" y="0"/>
                  </a:cubicBezTo>
                  <a:cubicBezTo>
                    <a:pt x="0" y="37"/>
                    <a:pt x="0" y="73"/>
                    <a:pt x="0" y="110"/>
                  </a:cubicBezTo>
                  <a:cubicBezTo>
                    <a:pt x="48" y="110"/>
                    <a:pt x="96" y="110"/>
                    <a:pt x="145" y="110"/>
                  </a:cubicBezTo>
                  <a:cubicBezTo>
                    <a:pt x="145" y="73"/>
                    <a:pt x="145" y="37"/>
                    <a:pt x="145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72" name=""/>
            <p:cNvSpPr/>
            <p:nvPr/>
          </p:nvSpPr>
          <p:spPr>
            <a:xfrm>
              <a:off x="8340480" y="5079600"/>
              <a:ext cx="195480" cy="63360"/>
            </a:xfrm>
            <a:custGeom>
              <a:avLst/>
              <a:gdLst>
                <a:gd name="textAreaLeft" fmla="*/ 0 w 195480"/>
                <a:gd name="textAreaRight" fmla="*/ 196200 w 195480"/>
                <a:gd name="textAreaTop" fmla="*/ 0 h 63360"/>
                <a:gd name="textAreaBottom" fmla="*/ 64080 h 63360"/>
              </a:gdLst>
              <a:ahLst/>
              <a:cxnLst/>
              <a:rect l="textAreaLeft" t="textAreaTop" r="textAreaRight" b="textAreaBottom"/>
              <a:pathLst>
                <a:path w="545" h="178">
                  <a:moveTo>
                    <a:pt x="133" y="152"/>
                  </a:moveTo>
                  <a:cubicBezTo>
                    <a:pt x="161" y="150"/>
                    <a:pt x="188" y="145"/>
                    <a:pt x="210" y="132"/>
                  </a:cubicBezTo>
                  <a:cubicBezTo>
                    <a:pt x="231" y="120"/>
                    <a:pt x="248" y="102"/>
                    <a:pt x="251" y="85"/>
                  </a:cubicBezTo>
                  <a:cubicBezTo>
                    <a:pt x="257" y="57"/>
                    <a:pt x="263" y="28"/>
                    <a:pt x="269" y="0"/>
                  </a:cubicBezTo>
                  <a:cubicBezTo>
                    <a:pt x="276" y="28"/>
                    <a:pt x="283" y="57"/>
                    <a:pt x="289" y="85"/>
                  </a:cubicBezTo>
                  <a:cubicBezTo>
                    <a:pt x="294" y="105"/>
                    <a:pt x="308" y="120"/>
                    <a:pt x="330" y="132"/>
                  </a:cubicBezTo>
                  <a:cubicBezTo>
                    <a:pt x="353" y="145"/>
                    <a:pt x="379" y="152"/>
                    <a:pt x="407" y="152"/>
                  </a:cubicBezTo>
                  <a:cubicBezTo>
                    <a:pt x="437" y="152"/>
                    <a:pt x="464" y="150"/>
                    <a:pt x="488" y="137"/>
                  </a:cubicBezTo>
                  <a:cubicBezTo>
                    <a:pt x="513" y="128"/>
                    <a:pt x="535" y="110"/>
                    <a:pt x="545" y="87"/>
                  </a:cubicBezTo>
                  <a:cubicBezTo>
                    <a:pt x="543" y="112"/>
                    <a:pt x="527" y="135"/>
                    <a:pt x="502" y="150"/>
                  </a:cubicBezTo>
                  <a:cubicBezTo>
                    <a:pt x="477" y="164"/>
                    <a:pt x="442" y="175"/>
                    <a:pt x="409" y="178"/>
                  </a:cubicBezTo>
                  <a:cubicBezTo>
                    <a:pt x="374" y="180"/>
                    <a:pt x="341" y="172"/>
                    <a:pt x="311" y="157"/>
                  </a:cubicBezTo>
                  <a:cubicBezTo>
                    <a:pt x="294" y="150"/>
                    <a:pt x="284" y="140"/>
                    <a:pt x="273" y="128"/>
                  </a:cubicBezTo>
                  <a:cubicBezTo>
                    <a:pt x="261" y="140"/>
                    <a:pt x="248" y="150"/>
                    <a:pt x="234" y="157"/>
                  </a:cubicBezTo>
                  <a:cubicBezTo>
                    <a:pt x="204" y="172"/>
                    <a:pt x="168" y="180"/>
                    <a:pt x="136" y="178"/>
                  </a:cubicBezTo>
                  <a:cubicBezTo>
                    <a:pt x="103" y="178"/>
                    <a:pt x="68" y="167"/>
                    <a:pt x="43" y="150"/>
                  </a:cubicBezTo>
                  <a:cubicBezTo>
                    <a:pt x="19" y="135"/>
                    <a:pt x="0" y="110"/>
                    <a:pt x="0" y="87"/>
                  </a:cubicBezTo>
                  <a:cubicBezTo>
                    <a:pt x="5" y="108"/>
                    <a:pt x="27" y="125"/>
                    <a:pt x="52" y="137"/>
                  </a:cubicBezTo>
                  <a:cubicBezTo>
                    <a:pt x="76" y="147"/>
                    <a:pt x="106" y="152"/>
                    <a:pt x="133" y="15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73" name=""/>
            <p:cNvSpPr/>
            <p:nvPr/>
          </p:nvSpPr>
          <p:spPr>
            <a:xfrm>
              <a:off x="8400960" y="5067720"/>
              <a:ext cx="74160" cy="32040"/>
            </a:xfrm>
            <a:custGeom>
              <a:avLst/>
              <a:gdLst>
                <a:gd name="textAreaLeft" fmla="*/ 0 w 74160"/>
                <a:gd name="textAreaRight" fmla="*/ 74880 w 74160"/>
                <a:gd name="textAreaTop" fmla="*/ 0 h 32040"/>
                <a:gd name="textAreaBottom" fmla="*/ 32760 h 32040"/>
              </a:gdLst>
              <a:ahLst/>
              <a:cxnLst/>
              <a:rect l="textAreaLeft" t="textAreaTop" r="textAreaRight" b="textAreaBottom"/>
              <a:pathLst>
                <a:path w="208" h="91">
                  <a:moveTo>
                    <a:pt x="104" y="0"/>
                  </a:moveTo>
                  <a:cubicBezTo>
                    <a:pt x="123" y="0"/>
                    <a:pt x="181" y="0"/>
                    <a:pt x="202" y="15"/>
                  </a:cubicBezTo>
                  <a:cubicBezTo>
                    <a:pt x="216" y="26"/>
                    <a:pt x="205" y="50"/>
                    <a:pt x="169" y="73"/>
                  </a:cubicBezTo>
                  <a:cubicBezTo>
                    <a:pt x="145" y="88"/>
                    <a:pt x="123" y="91"/>
                    <a:pt x="107" y="91"/>
                  </a:cubicBezTo>
                  <a:cubicBezTo>
                    <a:pt x="88" y="91"/>
                    <a:pt x="66" y="85"/>
                    <a:pt x="44" y="73"/>
                  </a:cubicBezTo>
                  <a:cubicBezTo>
                    <a:pt x="0" y="50"/>
                    <a:pt x="-7" y="26"/>
                    <a:pt x="6" y="15"/>
                  </a:cubicBezTo>
                  <a:cubicBezTo>
                    <a:pt x="25" y="0"/>
                    <a:pt x="85" y="0"/>
                    <a:pt x="104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999280" cy="8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8999280" cy="323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63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42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dt" idx="10"/>
          </p:nvPr>
        </p:nvSpPr>
        <p:spPr>
          <a:xfrm>
            <a:off x="504000" y="5165280"/>
            <a:ext cx="234756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PlaceHolder 4"/>
          <p:cNvSpPr>
            <a:spLocks noGrp="1"/>
          </p:cNvSpPr>
          <p:nvPr>
            <p:ph type="ftr" idx="11"/>
          </p:nvPr>
        </p:nvSpPr>
        <p:spPr>
          <a:xfrm>
            <a:off x="3447360" y="5165280"/>
            <a:ext cx="319428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PlaceHolder 5"/>
          <p:cNvSpPr>
            <a:spLocks noGrp="1"/>
          </p:cNvSpPr>
          <p:nvPr>
            <p:ph type="sldNum" idx="12"/>
          </p:nvPr>
        </p:nvSpPr>
        <p:spPr>
          <a:xfrm>
            <a:off x="7227360" y="5165280"/>
            <a:ext cx="234756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D7ED6FE-6A2A-46BF-92DE-4DA1AFF4FAA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restbird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"/>
          <p:cNvSpPr/>
          <p:nvPr/>
        </p:nvSpPr>
        <p:spPr>
          <a:xfrm>
            <a:off x="0" y="5040000"/>
            <a:ext cx="10079280" cy="629280"/>
          </a:xfrm>
          <a:prstGeom prst="rect">
            <a:avLst/>
          </a:prstGeom>
          <a:solidFill>
            <a:srgbClr val="9ecf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endParaRPr b="1" lang="en-US" sz="14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grpSp>
        <p:nvGrpSpPr>
          <p:cNvPr id="280" name=""/>
          <p:cNvGrpSpPr/>
          <p:nvPr/>
        </p:nvGrpSpPr>
        <p:grpSpPr>
          <a:xfrm>
            <a:off x="7560000" y="4590000"/>
            <a:ext cx="539280" cy="719280"/>
            <a:chOff x="7560000" y="4590000"/>
            <a:chExt cx="539280" cy="719280"/>
          </a:xfrm>
        </p:grpSpPr>
        <p:sp>
          <p:nvSpPr>
            <p:cNvPr id="281" name=""/>
            <p:cNvSpPr/>
            <p:nvPr/>
          </p:nvSpPr>
          <p:spPr>
            <a:xfrm>
              <a:off x="7560000" y="5083560"/>
              <a:ext cx="93960" cy="104760"/>
            </a:xfrm>
            <a:custGeom>
              <a:avLst/>
              <a:gdLst>
                <a:gd name="textAreaLeft" fmla="*/ 0 w 93960"/>
                <a:gd name="textAreaRight" fmla="*/ 94680 w 93960"/>
                <a:gd name="textAreaTop" fmla="*/ 0 h 104760"/>
                <a:gd name="textAreaBottom" fmla="*/ 105480 h 104760"/>
              </a:gdLst>
              <a:ahLst/>
              <a:cxnLst/>
              <a:rect l="textAreaLeft" t="textAreaTop" r="textAreaRight" b="textAreaBottom"/>
              <a:pathLst>
                <a:path w="263" h="293">
                  <a:moveTo>
                    <a:pt x="0" y="146"/>
                  </a:moveTo>
                  <a:cubicBezTo>
                    <a:pt x="0" y="172"/>
                    <a:pt x="6" y="198"/>
                    <a:pt x="18" y="220"/>
                  </a:cubicBezTo>
                  <a:cubicBezTo>
                    <a:pt x="30" y="242"/>
                    <a:pt x="46" y="260"/>
                    <a:pt x="66" y="273"/>
                  </a:cubicBezTo>
                  <a:cubicBezTo>
                    <a:pt x="86" y="286"/>
                    <a:pt x="108" y="293"/>
                    <a:pt x="131" y="293"/>
                  </a:cubicBezTo>
                  <a:cubicBezTo>
                    <a:pt x="154" y="293"/>
                    <a:pt x="177" y="286"/>
                    <a:pt x="197" y="273"/>
                  </a:cubicBezTo>
                  <a:cubicBezTo>
                    <a:pt x="217" y="260"/>
                    <a:pt x="233" y="242"/>
                    <a:pt x="245" y="220"/>
                  </a:cubicBezTo>
                  <a:cubicBezTo>
                    <a:pt x="256" y="198"/>
                    <a:pt x="263" y="172"/>
                    <a:pt x="263" y="146"/>
                  </a:cubicBezTo>
                  <a:cubicBezTo>
                    <a:pt x="263" y="120"/>
                    <a:pt x="256" y="95"/>
                    <a:pt x="245" y="73"/>
                  </a:cubicBezTo>
                  <a:cubicBezTo>
                    <a:pt x="233" y="51"/>
                    <a:pt x="217" y="33"/>
                    <a:pt x="197" y="20"/>
                  </a:cubicBezTo>
                  <a:cubicBezTo>
                    <a:pt x="177" y="7"/>
                    <a:pt x="154" y="0"/>
                    <a:pt x="131" y="0"/>
                  </a:cubicBezTo>
                  <a:cubicBezTo>
                    <a:pt x="109" y="0"/>
                    <a:pt x="86" y="7"/>
                    <a:pt x="66" y="20"/>
                  </a:cubicBezTo>
                  <a:cubicBezTo>
                    <a:pt x="46" y="33"/>
                    <a:pt x="30" y="51"/>
                    <a:pt x="18" y="73"/>
                  </a:cubicBezTo>
                  <a:cubicBezTo>
                    <a:pt x="6" y="95"/>
                    <a:pt x="0" y="120"/>
                    <a:pt x="0" y="14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82" name=""/>
            <p:cNvSpPr/>
            <p:nvPr/>
          </p:nvSpPr>
          <p:spPr>
            <a:xfrm>
              <a:off x="7594200" y="5071320"/>
              <a:ext cx="163080" cy="209160"/>
            </a:xfrm>
            <a:custGeom>
              <a:avLst/>
              <a:gdLst>
                <a:gd name="textAreaLeft" fmla="*/ 0 w 163080"/>
                <a:gd name="textAreaRight" fmla="*/ 163800 w 163080"/>
                <a:gd name="textAreaTop" fmla="*/ 0 h 209160"/>
                <a:gd name="textAreaBottom" fmla="*/ 209880 h 209160"/>
              </a:gdLst>
              <a:ahLst/>
              <a:cxnLst/>
              <a:rect l="textAreaLeft" t="textAreaTop" r="textAreaRight" b="textAreaBottom"/>
              <a:pathLst>
                <a:path w="455" h="583">
                  <a:moveTo>
                    <a:pt x="26" y="490"/>
                  </a:moveTo>
                  <a:cubicBezTo>
                    <a:pt x="-72" y="113"/>
                    <a:pt x="135" y="163"/>
                    <a:pt x="190" y="0"/>
                  </a:cubicBezTo>
                  <a:cubicBezTo>
                    <a:pt x="267" y="39"/>
                    <a:pt x="345" y="77"/>
                    <a:pt x="423" y="116"/>
                  </a:cubicBezTo>
                  <a:cubicBezTo>
                    <a:pt x="423" y="113"/>
                    <a:pt x="494" y="477"/>
                    <a:pt x="426" y="557"/>
                  </a:cubicBezTo>
                  <a:cubicBezTo>
                    <a:pt x="373" y="616"/>
                    <a:pt x="46" y="567"/>
                    <a:pt x="26" y="49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83" name=""/>
            <p:cNvSpPr/>
            <p:nvPr/>
          </p:nvSpPr>
          <p:spPr>
            <a:xfrm>
              <a:off x="7649640" y="5188320"/>
              <a:ext cx="96120" cy="50400"/>
            </a:xfrm>
            <a:custGeom>
              <a:avLst/>
              <a:gdLst>
                <a:gd name="textAreaLeft" fmla="*/ 0 w 96120"/>
                <a:gd name="textAreaRight" fmla="*/ 96840 w 96120"/>
                <a:gd name="textAreaTop" fmla="*/ 0 h 50400"/>
                <a:gd name="textAreaBottom" fmla="*/ 51120 h 50400"/>
              </a:gdLst>
              <a:ahLst/>
              <a:cxnLst/>
              <a:rect l="textAreaLeft" t="textAreaTop" r="textAreaRight" b="textAreaBottom"/>
              <a:pathLst>
                <a:path w="269" h="142">
                  <a:moveTo>
                    <a:pt x="233" y="68"/>
                  </a:moveTo>
                  <a:cubicBezTo>
                    <a:pt x="213" y="48"/>
                    <a:pt x="190" y="28"/>
                    <a:pt x="164" y="18"/>
                  </a:cubicBezTo>
                  <a:cubicBezTo>
                    <a:pt x="112" y="-6"/>
                    <a:pt x="52" y="-6"/>
                    <a:pt x="0" y="15"/>
                  </a:cubicBezTo>
                  <a:cubicBezTo>
                    <a:pt x="56" y="15"/>
                    <a:pt x="105" y="18"/>
                    <a:pt x="154" y="41"/>
                  </a:cubicBezTo>
                  <a:cubicBezTo>
                    <a:pt x="177" y="51"/>
                    <a:pt x="200" y="65"/>
                    <a:pt x="219" y="81"/>
                  </a:cubicBezTo>
                  <a:cubicBezTo>
                    <a:pt x="236" y="98"/>
                    <a:pt x="255" y="118"/>
                    <a:pt x="269" y="142"/>
                  </a:cubicBezTo>
                  <a:cubicBezTo>
                    <a:pt x="265" y="115"/>
                    <a:pt x="253" y="88"/>
                    <a:pt x="233" y="6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84" name=""/>
            <p:cNvSpPr/>
            <p:nvPr/>
          </p:nvSpPr>
          <p:spPr>
            <a:xfrm>
              <a:off x="7726320" y="5054400"/>
              <a:ext cx="138600" cy="254880"/>
            </a:xfrm>
            <a:custGeom>
              <a:avLst/>
              <a:gdLst>
                <a:gd name="textAreaLeft" fmla="*/ 0 w 138600"/>
                <a:gd name="textAreaRight" fmla="*/ 139320 w 138600"/>
                <a:gd name="textAreaTop" fmla="*/ 0 h 254880"/>
                <a:gd name="textAreaBottom" fmla="*/ 255600 h 254880"/>
              </a:gdLst>
              <a:ahLst/>
              <a:cxnLst/>
              <a:rect l="textAreaLeft" t="textAreaTop" r="textAreaRight" b="textAreaBottom"/>
              <a:pathLst>
                <a:path w="387" h="710">
                  <a:moveTo>
                    <a:pt x="79" y="666"/>
                  </a:moveTo>
                  <a:cubicBezTo>
                    <a:pt x="0" y="583"/>
                    <a:pt x="3" y="213"/>
                    <a:pt x="0" y="29"/>
                  </a:cubicBezTo>
                  <a:cubicBezTo>
                    <a:pt x="111" y="20"/>
                    <a:pt x="223" y="10"/>
                    <a:pt x="334" y="0"/>
                  </a:cubicBezTo>
                  <a:cubicBezTo>
                    <a:pt x="337" y="0"/>
                    <a:pt x="429" y="586"/>
                    <a:pt x="364" y="666"/>
                  </a:cubicBezTo>
                  <a:cubicBezTo>
                    <a:pt x="315" y="726"/>
                    <a:pt x="134" y="723"/>
                    <a:pt x="79" y="66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85" name=""/>
            <p:cNvSpPr/>
            <p:nvPr/>
          </p:nvSpPr>
          <p:spPr>
            <a:xfrm>
              <a:off x="7848360" y="5054400"/>
              <a:ext cx="138960" cy="254880"/>
            </a:xfrm>
            <a:custGeom>
              <a:avLst/>
              <a:gdLst>
                <a:gd name="textAreaLeft" fmla="*/ 0 w 138960"/>
                <a:gd name="textAreaRight" fmla="*/ 139680 w 138960"/>
                <a:gd name="textAreaTop" fmla="*/ 0 h 254880"/>
                <a:gd name="textAreaBottom" fmla="*/ 255600 h 254880"/>
              </a:gdLst>
              <a:ahLst/>
              <a:cxnLst/>
              <a:rect l="textAreaLeft" t="textAreaTop" r="textAreaRight" b="textAreaBottom"/>
              <a:pathLst>
                <a:path w="388" h="710">
                  <a:moveTo>
                    <a:pt x="309" y="666"/>
                  </a:moveTo>
                  <a:cubicBezTo>
                    <a:pt x="388" y="583"/>
                    <a:pt x="384" y="213"/>
                    <a:pt x="388" y="29"/>
                  </a:cubicBezTo>
                  <a:cubicBezTo>
                    <a:pt x="276" y="20"/>
                    <a:pt x="165" y="10"/>
                    <a:pt x="54" y="0"/>
                  </a:cubicBezTo>
                  <a:cubicBezTo>
                    <a:pt x="44" y="222"/>
                    <a:pt x="-41" y="586"/>
                    <a:pt x="25" y="666"/>
                  </a:cubicBezTo>
                  <a:cubicBezTo>
                    <a:pt x="74" y="726"/>
                    <a:pt x="254" y="723"/>
                    <a:pt x="309" y="66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86" name=""/>
            <p:cNvSpPr/>
            <p:nvPr/>
          </p:nvSpPr>
          <p:spPr>
            <a:xfrm>
              <a:off x="7852320" y="5191200"/>
              <a:ext cx="9000" cy="102600"/>
            </a:xfrm>
            <a:custGeom>
              <a:avLst/>
              <a:gdLst>
                <a:gd name="textAreaLeft" fmla="*/ 0 w 9000"/>
                <a:gd name="textAreaRight" fmla="*/ 9720 w 9000"/>
                <a:gd name="textAreaTop" fmla="*/ 0 h 102600"/>
                <a:gd name="textAreaBottom" fmla="*/ 103320 h 102600"/>
              </a:gdLst>
              <a:ahLst/>
              <a:cxnLst/>
              <a:rect l="textAreaLeft" t="textAreaTop" r="textAreaRight" b="textAreaBottom"/>
              <a:pathLst>
                <a:path w="27" h="287">
                  <a:moveTo>
                    <a:pt x="27" y="144"/>
                  </a:moveTo>
                  <a:cubicBezTo>
                    <a:pt x="27" y="98"/>
                    <a:pt x="23" y="48"/>
                    <a:pt x="14" y="0"/>
                  </a:cubicBezTo>
                  <a:cubicBezTo>
                    <a:pt x="4" y="48"/>
                    <a:pt x="0" y="98"/>
                    <a:pt x="0" y="144"/>
                  </a:cubicBezTo>
                  <a:cubicBezTo>
                    <a:pt x="4" y="194"/>
                    <a:pt x="4" y="241"/>
                    <a:pt x="14" y="287"/>
                  </a:cubicBezTo>
                  <a:cubicBezTo>
                    <a:pt x="23" y="241"/>
                    <a:pt x="27" y="191"/>
                    <a:pt x="27" y="14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87" name=""/>
            <p:cNvSpPr/>
            <p:nvPr/>
          </p:nvSpPr>
          <p:spPr>
            <a:xfrm>
              <a:off x="7751160" y="5044680"/>
              <a:ext cx="211320" cy="208080"/>
            </a:xfrm>
            <a:custGeom>
              <a:avLst/>
              <a:gdLst>
                <a:gd name="textAreaLeft" fmla="*/ 0 w 211320"/>
                <a:gd name="textAreaRight" fmla="*/ 212040 w 211320"/>
                <a:gd name="textAreaTop" fmla="*/ 0 h 208080"/>
                <a:gd name="textAreaBottom" fmla="*/ 208800 h 208080"/>
              </a:gdLst>
              <a:ahLst/>
              <a:cxnLst/>
              <a:rect l="textAreaLeft" t="textAreaTop" r="textAreaRight" b="textAreaBottom"/>
              <a:pathLst>
                <a:path w="589" h="580">
                  <a:moveTo>
                    <a:pt x="295" y="580"/>
                  </a:moveTo>
                  <a:cubicBezTo>
                    <a:pt x="393" y="477"/>
                    <a:pt x="589" y="423"/>
                    <a:pt x="589" y="273"/>
                  </a:cubicBezTo>
                  <a:cubicBezTo>
                    <a:pt x="589" y="123"/>
                    <a:pt x="459" y="0"/>
                    <a:pt x="295" y="0"/>
                  </a:cubicBezTo>
                  <a:cubicBezTo>
                    <a:pt x="131" y="0"/>
                    <a:pt x="0" y="123"/>
                    <a:pt x="0" y="273"/>
                  </a:cubicBezTo>
                  <a:cubicBezTo>
                    <a:pt x="0" y="423"/>
                    <a:pt x="196" y="477"/>
                    <a:pt x="295" y="58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88" name=""/>
            <p:cNvSpPr/>
            <p:nvPr/>
          </p:nvSpPr>
          <p:spPr>
            <a:xfrm>
              <a:off x="7614720" y="4590000"/>
              <a:ext cx="158760" cy="315000"/>
            </a:xfrm>
            <a:custGeom>
              <a:avLst/>
              <a:gdLst>
                <a:gd name="textAreaLeft" fmla="*/ 0 w 158760"/>
                <a:gd name="textAreaRight" fmla="*/ 159480 w 158760"/>
                <a:gd name="textAreaTop" fmla="*/ 0 h 315000"/>
                <a:gd name="textAreaBottom" fmla="*/ 315720 h 315000"/>
              </a:gdLst>
              <a:ahLst/>
              <a:cxnLst/>
              <a:rect l="textAreaLeft" t="textAreaTop" r="textAreaRight" b="textAreaBottom"/>
              <a:pathLst>
                <a:path w="443" h="877">
                  <a:moveTo>
                    <a:pt x="404" y="384"/>
                  </a:moveTo>
                  <a:cubicBezTo>
                    <a:pt x="421" y="734"/>
                    <a:pt x="430" y="681"/>
                    <a:pt x="443" y="830"/>
                  </a:cubicBezTo>
                  <a:cubicBezTo>
                    <a:pt x="382" y="846"/>
                    <a:pt x="321" y="861"/>
                    <a:pt x="260" y="877"/>
                  </a:cubicBezTo>
                  <a:cubicBezTo>
                    <a:pt x="185" y="744"/>
                    <a:pt x="270" y="843"/>
                    <a:pt x="35" y="477"/>
                  </a:cubicBezTo>
                  <a:cubicBezTo>
                    <a:pt x="-50" y="341"/>
                    <a:pt x="41" y="20"/>
                    <a:pt x="93" y="0"/>
                  </a:cubicBezTo>
                  <a:cubicBezTo>
                    <a:pt x="126" y="-9"/>
                    <a:pt x="398" y="204"/>
                    <a:pt x="404" y="38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89" name=""/>
            <p:cNvSpPr/>
            <p:nvPr/>
          </p:nvSpPr>
          <p:spPr>
            <a:xfrm>
              <a:off x="7645680" y="4653360"/>
              <a:ext cx="115200" cy="249120"/>
            </a:xfrm>
            <a:custGeom>
              <a:avLst/>
              <a:gdLst>
                <a:gd name="textAreaLeft" fmla="*/ 0 w 115200"/>
                <a:gd name="textAreaRight" fmla="*/ 115920 w 115200"/>
                <a:gd name="textAreaTop" fmla="*/ 0 h 249120"/>
                <a:gd name="textAreaBottom" fmla="*/ 249840 h 249120"/>
              </a:gdLst>
              <a:ahLst/>
              <a:cxnLst/>
              <a:rect l="textAreaLeft" t="textAreaTop" r="textAreaRight" b="textAreaBottom"/>
              <a:pathLst>
                <a:path w="322" h="694">
                  <a:moveTo>
                    <a:pt x="240" y="227"/>
                  </a:moveTo>
                  <a:cubicBezTo>
                    <a:pt x="302" y="567"/>
                    <a:pt x="295" y="518"/>
                    <a:pt x="322" y="664"/>
                  </a:cubicBezTo>
                  <a:cubicBezTo>
                    <a:pt x="282" y="674"/>
                    <a:pt x="241" y="684"/>
                    <a:pt x="201" y="694"/>
                  </a:cubicBezTo>
                  <a:cubicBezTo>
                    <a:pt x="142" y="556"/>
                    <a:pt x="201" y="670"/>
                    <a:pt x="24" y="280"/>
                  </a:cubicBezTo>
                  <a:cubicBezTo>
                    <a:pt x="-22" y="181"/>
                    <a:pt x="4" y="17"/>
                    <a:pt x="53" y="1"/>
                  </a:cubicBezTo>
                  <a:cubicBezTo>
                    <a:pt x="86" y="-9"/>
                    <a:pt x="214" y="87"/>
                    <a:pt x="240" y="22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90" name=""/>
            <p:cNvSpPr/>
            <p:nvPr/>
          </p:nvSpPr>
          <p:spPr>
            <a:xfrm>
              <a:off x="7939440" y="4590000"/>
              <a:ext cx="159840" cy="315000"/>
            </a:xfrm>
            <a:custGeom>
              <a:avLst/>
              <a:gdLst>
                <a:gd name="textAreaLeft" fmla="*/ 0 w 159840"/>
                <a:gd name="textAreaRight" fmla="*/ 160560 w 159840"/>
                <a:gd name="textAreaTop" fmla="*/ 0 h 315000"/>
                <a:gd name="textAreaBottom" fmla="*/ 315720 h 315000"/>
              </a:gdLst>
              <a:ahLst/>
              <a:cxnLst/>
              <a:rect l="textAreaLeft" t="textAreaTop" r="textAreaRight" b="textAreaBottom"/>
              <a:pathLst>
                <a:path w="446" h="877">
                  <a:moveTo>
                    <a:pt x="39" y="384"/>
                  </a:moveTo>
                  <a:cubicBezTo>
                    <a:pt x="23" y="734"/>
                    <a:pt x="13" y="681"/>
                    <a:pt x="0" y="830"/>
                  </a:cubicBezTo>
                  <a:cubicBezTo>
                    <a:pt x="61" y="846"/>
                    <a:pt x="122" y="861"/>
                    <a:pt x="183" y="877"/>
                  </a:cubicBezTo>
                  <a:cubicBezTo>
                    <a:pt x="259" y="744"/>
                    <a:pt x="173" y="843"/>
                    <a:pt x="410" y="477"/>
                  </a:cubicBezTo>
                  <a:cubicBezTo>
                    <a:pt x="498" y="341"/>
                    <a:pt x="403" y="20"/>
                    <a:pt x="350" y="0"/>
                  </a:cubicBezTo>
                  <a:cubicBezTo>
                    <a:pt x="318" y="-9"/>
                    <a:pt x="46" y="204"/>
                    <a:pt x="39" y="38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91" name=""/>
            <p:cNvSpPr/>
            <p:nvPr/>
          </p:nvSpPr>
          <p:spPr>
            <a:xfrm>
              <a:off x="7952400" y="4653360"/>
              <a:ext cx="115560" cy="250200"/>
            </a:xfrm>
            <a:custGeom>
              <a:avLst/>
              <a:gdLst>
                <a:gd name="textAreaLeft" fmla="*/ 0 w 115560"/>
                <a:gd name="textAreaRight" fmla="*/ 116280 w 115560"/>
                <a:gd name="textAreaTop" fmla="*/ 0 h 250200"/>
                <a:gd name="textAreaBottom" fmla="*/ 250920 h 250200"/>
              </a:gdLst>
              <a:ahLst/>
              <a:cxnLst/>
              <a:rect l="textAreaLeft" t="textAreaTop" r="textAreaRight" b="textAreaBottom"/>
              <a:pathLst>
                <a:path w="323" h="697">
                  <a:moveTo>
                    <a:pt x="82" y="227"/>
                  </a:moveTo>
                  <a:cubicBezTo>
                    <a:pt x="19" y="567"/>
                    <a:pt x="27" y="518"/>
                    <a:pt x="0" y="664"/>
                  </a:cubicBezTo>
                  <a:cubicBezTo>
                    <a:pt x="39" y="675"/>
                    <a:pt x="79" y="686"/>
                    <a:pt x="118" y="697"/>
                  </a:cubicBezTo>
                  <a:cubicBezTo>
                    <a:pt x="178" y="560"/>
                    <a:pt x="118" y="675"/>
                    <a:pt x="298" y="285"/>
                  </a:cubicBezTo>
                  <a:cubicBezTo>
                    <a:pt x="344" y="181"/>
                    <a:pt x="321" y="17"/>
                    <a:pt x="268" y="1"/>
                  </a:cubicBezTo>
                  <a:cubicBezTo>
                    <a:pt x="236" y="-9"/>
                    <a:pt x="109" y="87"/>
                    <a:pt x="82" y="22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92" name=""/>
            <p:cNvSpPr/>
            <p:nvPr/>
          </p:nvSpPr>
          <p:spPr>
            <a:xfrm>
              <a:off x="7641000" y="4781880"/>
              <a:ext cx="431280" cy="384480"/>
            </a:xfrm>
            <a:custGeom>
              <a:avLst/>
              <a:gdLst>
                <a:gd name="textAreaLeft" fmla="*/ 0 w 431280"/>
                <a:gd name="textAreaRight" fmla="*/ 432000 w 431280"/>
                <a:gd name="textAreaTop" fmla="*/ 0 h 384480"/>
                <a:gd name="textAreaBottom" fmla="*/ 385200 h 384480"/>
              </a:gdLst>
              <a:ahLst/>
              <a:cxnLst/>
              <a:rect l="textAreaLeft" t="textAreaTop" r="textAreaRight" b="textAreaBottom"/>
              <a:pathLst>
                <a:path w="1200" h="1070">
                  <a:moveTo>
                    <a:pt x="600" y="0"/>
                  </a:moveTo>
                  <a:cubicBezTo>
                    <a:pt x="269" y="0"/>
                    <a:pt x="118" y="144"/>
                    <a:pt x="118" y="343"/>
                  </a:cubicBezTo>
                  <a:cubicBezTo>
                    <a:pt x="118" y="510"/>
                    <a:pt x="-130" y="757"/>
                    <a:pt x="93" y="920"/>
                  </a:cubicBezTo>
                  <a:cubicBezTo>
                    <a:pt x="200" y="1000"/>
                    <a:pt x="384" y="1070"/>
                    <a:pt x="600" y="1070"/>
                  </a:cubicBezTo>
                  <a:cubicBezTo>
                    <a:pt x="816" y="1070"/>
                    <a:pt x="999" y="1000"/>
                    <a:pt x="1108" y="920"/>
                  </a:cubicBezTo>
                  <a:cubicBezTo>
                    <a:pt x="1330" y="754"/>
                    <a:pt x="1081" y="510"/>
                    <a:pt x="1081" y="343"/>
                  </a:cubicBezTo>
                  <a:cubicBezTo>
                    <a:pt x="1081" y="144"/>
                    <a:pt x="934" y="0"/>
                    <a:pt x="600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93" name=""/>
            <p:cNvSpPr/>
            <p:nvPr/>
          </p:nvSpPr>
          <p:spPr>
            <a:xfrm>
              <a:off x="7669440" y="4834800"/>
              <a:ext cx="376920" cy="318600"/>
            </a:xfrm>
            <a:custGeom>
              <a:avLst/>
              <a:gdLst>
                <a:gd name="textAreaLeft" fmla="*/ 0 w 376920"/>
                <a:gd name="textAreaRight" fmla="*/ 377640 w 376920"/>
                <a:gd name="textAreaTop" fmla="*/ 0 h 318600"/>
                <a:gd name="textAreaBottom" fmla="*/ 319320 h 318600"/>
              </a:gdLst>
              <a:ahLst/>
              <a:cxnLst/>
              <a:rect l="textAreaLeft" t="textAreaTop" r="textAreaRight" b="textAreaBottom"/>
              <a:pathLst>
                <a:path w="1049" h="887">
                  <a:moveTo>
                    <a:pt x="479" y="30"/>
                  </a:moveTo>
                  <a:cubicBezTo>
                    <a:pt x="508" y="-10"/>
                    <a:pt x="534" y="-10"/>
                    <a:pt x="564" y="30"/>
                  </a:cubicBezTo>
                  <a:cubicBezTo>
                    <a:pt x="632" y="120"/>
                    <a:pt x="741" y="314"/>
                    <a:pt x="747" y="474"/>
                  </a:cubicBezTo>
                  <a:cubicBezTo>
                    <a:pt x="872" y="457"/>
                    <a:pt x="1012" y="463"/>
                    <a:pt x="1042" y="531"/>
                  </a:cubicBezTo>
                  <a:cubicBezTo>
                    <a:pt x="1097" y="664"/>
                    <a:pt x="836" y="887"/>
                    <a:pt x="525" y="887"/>
                  </a:cubicBezTo>
                  <a:cubicBezTo>
                    <a:pt x="210" y="887"/>
                    <a:pt x="-49" y="664"/>
                    <a:pt x="8" y="531"/>
                  </a:cubicBezTo>
                  <a:cubicBezTo>
                    <a:pt x="30" y="463"/>
                    <a:pt x="175" y="457"/>
                    <a:pt x="295" y="474"/>
                  </a:cubicBezTo>
                  <a:cubicBezTo>
                    <a:pt x="303" y="314"/>
                    <a:pt x="410" y="120"/>
                    <a:pt x="479" y="3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94" name=""/>
            <p:cNvSpPr/>
            <p:nvPr/>
          </p:nvSpPr>
          <p:spPr>
            <a:xfrm>
              <a:off x="7768080" y="5062680"/>
              <a:ext cx="177480" cy="65160"/>
            </a:xfrm>
            <a:custGeom>
              <a:avLst/>
              <a:gdLst>
                <a:gd name="textAreaLeft" fmla="*/ 0 w 177480"/>
                <a:gd name="textAreaRight" fmla="*/ 178200 w 177480"/>
                <a:gd name="textAreaTop" fmla="*/ 0 h 65160"/>
                <a:gd name="textAreaBottom" fmla="*/ 65880 h 65160"/>
              </a:gdLst>
              <a:ahLst/>
              <a:cxnLst/>
              <a:rect l="textAreaLeft" t="textAreaTop" r="textAreaRight" b="textAreaBottom"/>
              <a:pathLst>
                <a:path w="495" h="183">
                  <a:moveTo>
                    <a:pt x="100" y="67"/>
                  </a:moveTo>
                  <a:cubicBezTo>
                    <a:pt x="136" y="70"/>
                    <a:pt x="175" y="61"/>
                    <a:pt x="205" y="40"/>
                  </a:cubicBezTo>
                  <a:cubicBezTo>
                    <a:pt x="221" y="30"/>
                    <a:pt x="234" y="17"/>
                    <a:pt x="248" y="0"/>
                  </a:cubicBezTo>
                  <a:cubicBezTo>
                    <a:pt x="257" y="17"/>
                    <a:pt x="273" y="30"/>
                    <a:pt x="290" y="40"/>
                  </a:cubicBezTo>
                  <a:cubicBezTo>
                    <a:pt x="323" y="61"/>
                    <a:pt x="358" y="70"/>
                    <a:pt x="395" y="67"/>
                  </a:cubicBezTo>
                  <a:cubicBezTo>
                    <a:pt x="431" y="67"/>
                    <a:pt x="467" y="53"/>
                    <a:pt x="493" y="30"/>
                  </a:cubicBezTo>
                  <a:cubicBezTo>
                    <a:pt x="509" y="17"/>
                    <a:pt x="424" y="183"/>
                    <a:pt x="248" y="183"/>
                  </a:cubicBezTo>
                  <a:cubicBezTo>
                    <a:pt x="71" y="183"/>
                    <a:pt x="-14" y="17"/>
                    <a:pt x="2" y="30"/>
                  </a:cubicBezTo>
                  <a:cubicBezTo>
                    <a:pt x="28" y="50"/>
                    <a:pt x="64" y="64"/>
                    <a:pt x="100" y="6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95" name=""/>
            <p:cNvSpPr/>
            <p:nvPr/>
          </p:nvSpPr>
          <p:spPr>
            <a:xfrm>
              <a:off x="7705080" y="4881960"/>
              <a:ext cx="104040" cy="126000"/>
            </a:xfrm>
            <a:custGeom>
              <a:avLst/>
              <a:gdLst>
                <a:gd name="textAreaLeft" fmla="*/ 0 w 104040"/>
                <a:gd name="textAreaRight" fmla="*/ 104760 w 104040"/>
                <a:gd name="textAreaTop" fmla="*/ 0 h 126000"/>
                <a:gd name="textAreaBottom" fmla="*/ 126720 h 126000"/>
              </a:gdLst>
              <a:ahLst/>
              <a:cxnLst/>
              <a:rect l="textAreaLeft" t="textAreaTop" r="textAreaRight" b="textAreaBottom"/>
              <a:pathLst>
                <a:path w="291" h="352">
                  <a:moveTo>
                    <a:pt x="190" y="10"/>
                  </a:moveTo>
                  <a:cubicBezTo>
                    <a:pt x="92" y="-31"/>
                    <a:pt x="26" y="66"/>
                    <a:pt x="10" y="119"/>
                  </a:cubicBezTo>
                  <a:cubicBezTo>
                    <a:pt x="-16" y="199"/>
                    <a:pt x="17" y="289"/>
                    <a:pt x="26" y="310"/>
                  </a:cubicBezTo>
                  <a:cubicBezTo>
                    <a:pt x="34" y="323"/>
                    <a:pt x="105" y="387"/>
                    <a:pt x="266" y="326"/>
                  </a:cubicBezTo>
                  <a:cubicBezTo>
                    <a:pt x="262" y="326"/>
                    <a:pt x="305" y="236"/>
                    <a:pt x="286" y="153"/>
                  </a:cubicBezTo>
                  <a:cubicBezTo>
                    <a:pt x="254" y="105"/>
                    <a:pt x="275" y="43"/>
                    <a:pt x="190" y="1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96" name=""/>
            <p:cNvSpPr/>
            <p:nvPr/>
          </p:nvSpPr>
          <p:spPr>
            <a:xfrm>
              <a:off x="7698240" y="4875120"/>
              <a:ext cx="108720" cy="136080"/>
            </a:xfrm>
            <a:custGeom>
              <a:avLst/>
              <a:gdLst>
                <a:gd name="textAreaLeft" fmla="*/ 0 w 108720"/>
                <a:gd name="textAreaRight" fmla="*/ 109440 w 108720"/>
                <a:gd name="textAreaTop" fmla="*/ 0 h 136080"/>
                <a:gd name="textAreaBottom" fmla="*/ 136800 h 136080"/>
              </a:gdLst>
              <a:ahLst/>
              <a:cxnLst/>
              <a:rect l="textAreaLeft" t="textAreaTop" r="textAreaRight" b="textAreaBottom"/>
              <a:pathLst>
                <a:path w="304" h="380">
                  <a:moveTo>
                    <a:pt x="268" y="62"/>
                  </a:moveTo>
                  <a:cubicBezTo>
                    <a:pt x="254" y="45"/>
                    <a:pt x="241" y="32"/>
                    <a:pt x="226" y="22"/>
                  </a:cubicBezTo>
                  <a:cubicBezTo>
                    <a:pt x="219" y="15"/>
                    <a:pt x="209" y="11"/>
                    <a:pt x="199" y="8"/>
                  </a:cubicBezTo>
                  <a:cubicBezTo>
                    <a:pt x="189" y="4"/>
                    <a:pt x="180" y="1"/>
                    <a:pt x="169" y="1"/>
                  </a:cubicBezTo>
                  <a:cubicBezTo>
                    <a:pt x="130" y="-5"/>
                    <a:pt x="91" y="15"/>
                    <a:pt x="65" y="41"/>
                  </a:cubicBezTo>
                  <a:cubicBezTo>
                    <a:pt x="38" y="68"/>
                    <a:pt x="16" y="106"/>
                    <a:pt x="6" y="145"/>
                  </a:cubicBezTo>
                  <a:cubicBezTo>
                    <a:pt x="-4" y="185"/>
                    <a:pt x="-1" y="228"/>
                    <a:pt x="10" y="268"/>
                  </a:cubicBezTo>
                  <a:cubicBezTo>
                    <a:pt x="13" y="288"/>
                    <a:pt x="19" y="308"/>
                    <a:pt x="29" y="325"/>
                  </a:cubicBezTo>
                  <a:cubicBezTo>
                    <a:pt x="30" y="327"/>
                    <a:pt x="31" y="330"/>
                    <a:pt x="32" y="332"/>
                  </a:cubicBezTo>
                  <a:cubicBezTo>
                    <a:pt x="32" y="335"/>
                    <a:pt x="32" y="338"/>
                    <a:pt x="32" y="341"/>
                  </a:cubicBezTo>
                  <a:cubicBezTo>
                    <a:pt x="33" y="343"/>
                    <a:pt x="34" y="344"/>
                    <a:pt x="35" y="345"/>
                  </a:cubicBezTo>
                  <a:cubicBezTo>
                    <a:pt x="38" y="348"/>
                    <a:pt x="41" y="351"/>
                    <a:pt x="49" y="354"/>
                  </a:cubicBezTo>
                  <a:cubicBezTo>
                    <a:pt x="58" y="362"/>
                    <a:pt x="65" y="365"/>
                    <a:pt x="74" y="369"/>
                  </a:cubicBezTo>
                  <a:cubicBezTo>
                    <a:pt x="111" y="382"/>
                    <a:pt x="147" y="382"/>
                    <a:pt x="183" y="378"/>
                  </a:cubicBezTo>
                  <a:cubicBezTo>
                    <a:pt x="219" y="372"/>
                    <a:pt x="251" y="362"/>
                    <a:pt x="284" y="345"/>
                  </a:cubicBezTo>
                  <a:cubicBezTo>
                    <a:pt x="251" y="351"/>
                    <a:pt x="215" y="362"/>
                    <a:pt x="183" y="362"/>
                  </a:cubicBezTo>
                  <a:cubicBezTo>
                    <a:pt x="151" y="362"/>
                    <a:pt x="114" y="358"/>
                    <a:pt x="84" y="345"/>
                  </a:cubicBezTo>
                  <a:cubicBezTo>
                    <a:pt x="78" y="341"/>
                    <a:pt x="71" y="338"/>
                    <a:pt x="65" y="332"/>
                  </a:cubicBezTo>
                  <a:cubicBezTo>
                    <a:pt x="62" y="328"/>
                    <a:pt x="58" y="328"/>
                    <a:pt x="58" y="325"/>
                  </a:cubicBezTo>
                  <a:cubicBezTo>
                    <a:pt x="57" y="323"/>
                    <a:pt x="56" y="321"/>
                    <a:pt x="55" y="319"/>
                  </a:cubicBezTo>
                  <a:cubicBezTo>
                    <a:pt x="49" y="301"/>
                    <a:pt x="45" y="285"/>
                    <a:pt x="38" y="268"/>
                  </a:cubicBezTo>
                  <a:cubicBezTo>
                    <a:pt x="32" y="232"/>
                    <a:pt x="29" y="195"/>
                    <a:pt x="38" y="162"/>
                  </a:cubicBezTo>
                  <a:cubicBezTo>
                    <a:pt x="45" y="128"/>
                    <a:pt x="65" y="98"/>
                    <a:pt x="87" y="75"/>
                  </a:cubicBezTo>
                  <a:cubicBezTo>
                    <a:pt x="111" y="51"/>
                    <a:pt x="140" y="35"/>
                    <a:pt x="169" y="38"/>
                  </a:cubicBezTo>
                  <a:cubicBezTo>
                    <a:pt x="177" y="38"/>
                    <a:pt x="186" y="38"/>
                    <a:pt x="193" y="41"/>
                  </a:cubicBezTo>
                  <a:cubicBezTo>
                    <a:pt x="199" y="45"/>
                    <a:pt x="209" y="45"/>
                    <a:pt x="215" y="48"/>
                  </a:cubicBezTo>
                  <a:cubicBezTo>
                    <a:pt x="232" y="54"/>
                    <a:pt x="245" y="65"/>
                    <a:pt x="254" y="78"/>
                  </a:cubicBezTo>
                  <a:cubicBezTo>
                    <a:pt x="278" y="98"/>
                    <a:pt x="294" y="131"/>
                    <a:pt x="304" y="171"/>
                  </a:cubicBezTo>
                  <a:cubicBezTo>
                    <a:pt x="304" y="131"/>
                    <a:pt x="290" y="94"/>
                    <a:pt x="268" y="6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97" name=""/>
            <p:cNvSpPr/>
            <p:nvPr/>
          </p:nvSpPr>
          <p:spPr>
            <a:xfrm>
              <a:off x="7732440" y="4911840"/>
              <a:ext cx="60480" cy="75600"/>
            </a:xfrm>
            <a:custGeom>
              <a:avLst/>
              <a:gdLst>
                <a:gd name="textAreaLeft" fmla="*/ 0 w 60480"/>
                <a:gd name="textAreaRight" fmla="*/ 61200 w 60480"/>
                <a:gd name="textAreaTop" fmla="*/ 0 h 75600"/>
                <a:gd name="textAreaBottom" fmla="*/ 76320 h 75600"/>
              </a:gdLst>
              <a:ahLst/>
              <a:cxnLst/>
              <a:rect l="textAreaLeft" t="textAreaTop" r="textAreaRight" b="textAreaBottom"/>
              <a:pathLst>
                <a:path w="170" h="212">
                  <a:moveTo>
                    <a:pt x="0" y="106"/>
                  </a:moveTo>
                  <a:cubicBezTo>
                    <a:pt x="0" y="125"/>
                    <a:pt x="3" y="143"/>
                    <a:pt x="11" y="159"/>
                  </a:cubicBezTo>
                  <a:cubicBezTo>
                    <a:pt x="18" y="176"/>
                    <a:pt x="29" y="189"/>
                    <a:pt x="43" y="198"/>
                  </a:cubicBezTo>
                  <a:cubicBezTo>
                    <a:pt x="56" y="207"/>
                    <a:pt x="70" y="212"/>
                    <a:pt x="85" y="212"/>
                  </a:cubicBezTo>
                  <a:cubicBezTo>
                    <a:pt x="100" y="212"/>
                    <a:pt x="114" y="207"/>
                    <a:pt x="128" y="198"/>
                  </a:cubicBezTo>
                  <a:cubicBezTo>
                    <a:pt x="141" y="189"/>
                    <a:pt x="151" y="176"/>
                    <a:pt x="159" y="159"/>
                  </a:cubicBezTo>
                  <a:cubicBezTo>
                    <a:pt x="166" y="143"/>
                    <a:pt x="170" y="125"/>
                    <a:pt x="170" y="106"/>
                  </a:cubicBezTo>
                  <a:cubicBezTo>
                    <a:pt x="170" y="88"/>
                    <a:pt x="166" y="69"/>
                    <a:pt x="159" y="53"/>
                  </a:cubicBezTo>
                  <a:cubicBezTo>
                    <a:pt x="151" y="37"/>
                    <a:pt x="141" y="23"/>
                    <a:pt x="128" y="14"/>
                  </a:cubicBezTo>
                  <a:cubicBezTo>
                    <a:pt x="114" y="5"/>
                    <a:pt x="100" y="0"/>
                    <a:pt x="85" y="0"/>
                  </a:cubicBezTo>
                  <a:cubicBezTo>
                    <a:pt x="70" y="0"/>
                    <a:pt x="56" y="5"/>
                    <a:pt x="43" y="14"/>
                  </a:cubicBezTo>
                  <a:cubicBezTo>
                    <a:pt x="29" y="23"/>
                    <a:pt x="18" y="37"/>
                    <a:pt x="11" y="53"/>
                  </a:cubicBezTo>
                  <a:cubicBezTo>
                    <a:pt x="3" y="69"/>
                    <a:pt x="0" y="88"/>
                    <a:pt x="0" y="10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98" name=""/>
            <p:cNvSpPr/>
            <p:nvPr/>
          </p:nvSpPr>
          <p:spPr>
            <a:xfrm>
              <a:off x="7905240" y="4881960"/>
              <a:ext cx="102960" cy="126000"/>
            </a:xfrm>
            <a:custGeom>
              <a:avLst/>
              <a:gdLst>
                <a:gd name="textAreaLeft" fmla="*/ 0 w 102960"/>
                <a:gd name="textAreaRight" fmla="*/ 103680 w 102960"/>
                <a:gd name="textAreaTop" fmla="*/ 0 h 126000"/>
                <a:gd name="textAreaBottom" fmla="*/ 126720 h 126000"/>
              </a:gdLst>
              <a:ahLst/>
              <a:cxnLst/>
              <a:rect l="textAreaLeft" t="textAreaTop" r="textAreaRight" b="textAreaBottom"/>
              <a:pathLst>
                <a:path w="288" h="352">
                  <a:moveTo>
                    <a:pt x="99" y="10"/>
                  </a:moveTo>
                  <a:cubicBezTo>
                    <a:pt x="197" y="-31"/>
                    <a:pt x="262" y="66"/>
                    <a:pt x="278" y="119"/>
                  </a:cubicBezTo>
                  <a:cubicBezTo>
                    <a:pt x="305" y="199"/>
                    <a:pt x="272" y="289"/>
                    <a:pt x="262" y="310"/>
                  </a:cubicBezTo>
                  <a:cubicBezTo>
                    <a:pt x="256" y="323"/>
                    <a:pt x="184" y="387"/>
                    <a:pt x="23" y="326"/>
                  </a:cubicBezTo>
                  <a:cubicBezTo>
                    <a:pt x="27" y="326"/>
                    <a:pt x="-12" y="236"/>
                    <a:pt x="4" y="153"/>
                  </a:cubicBezTo>
                  <a:cubicBezTo>
                    <a:pt x="35" y="105"/>
                    <a:pt x="13" y="43"/>
                    <a:pt x="99" y="1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99" name=""/>
            <p:cNvSpPr/>
            <p:nvPr/>
          </p:nvSpPr>
          <p:spPr>
            <a:xfrm>
              <a:off x="7906680" y="4876200"/>
              <a:ext cx="109440" cy="134280"/>
            </a:xfrm>
            <a:custGeom>
              <a:avLst/>
              <a:gdLst>
                <a:gd name="textAreaLeft" fmla="*/ 0 w 109440"/>
                <a:gd name="textAreaRight" fmla="*/ 110160 w 109440"/>
                <a:gd name="textAreaTop" fmla="*/ 0 h 134280"/>
                <a:gd name="textAreaBottom" fmla="*/ 135000 h 134280"/>
              </a:gdLst>
              <a:ahLst/>
              <a:cxnLst/>
              <a:rect l="textAreaLeft" t="textAreaTop" r="textAreaRight" b="textAreaBottom"/>
              <a:pathLst>
                <a:path w="306" h="375">
                  <a:moveTo>
                    <a:pt x="49" y="72"/>
                  </a:moveTo>
                  <a:cubicBezTo>
                    <a:pt x="62" y="59"/>
                    <a:pt x="76" y="48"/>
                    <a:pt x="88" y="41"/>
                  </a:cubicBezTo>
                  <a:cubicBezTo>
                    <a:pt x="95" y="38"/>
                    <a:pt x="104" y="35"/>
                    <a:pt x="112" y="35"/>
                  </a:cubicBezTo>
                  <a:cubicBezTo>
                    <a:pt x="118" y="32"/>
                    <a:pt x="128" y="32"/>
                    <a:pt x="134" y="32"/>
                  </a:cubicBezTo>
                  <a:cubicBezTo>
                    <a:pt x="164" y="32"/>
                    <a:pt x="197" y="45"/>
                    <a:pt x="216" y="68"/>
                  </a:cubicBezTo>
                  <a:cubicBezTo>
                    <a:pt x="239" y="91"/>
                    <a:pt x="259" y="125"/>
                    <a:pt x="265" y="155"/>
                  </a:cubicBezTo>
                  <a:cubicBezTo>
                    <a:pt x="271" y="189"/>
                    <a:pt x="271" y="224"/>
                    <a:pt x="265" y="261"/>
                  </a:cubicBezTo>
                  <a:cubicBezTo>
                    <a:pt x="262" y="279"/>
                    <a:pt x="255" y="298"/>
                    <a:pt x="249" y="311"/>
                  </a:cubicBezTo>
                  <a:cubicBezTo>
                    <a:pt x="248" y="314"/>
                    <a:pt x="247" y="316"/>
                    <a:pt x="246" y="319"/>
                  </a:cubicBezTo>
                  <a:cubicBezTo>
                    <a:pt x="243" y="322"/>
                    <a:pt x="239" y="322"/>
                    <a:pt x="239" y="325"/>
                  </a:cubicBezTo>
                  <a:cubicBezTo>
                    <a:pt x="232" y="328"/>
                    <a:pt x="226" y="335"/>
                    <a:pt x="219" y="338"/>
                  </a:cubicBezTo>
                  <a:cubicBezTo>
                    <a:pt x="189" y="351"/>
                    <a:pt x="157" y="359"/>
                    <a:pt x="121" y="354"/>
                  </a:cubicBezTo>
                  <a:cubicBezTo>
                    <a:pt x="88" y="354"/>
                    <a:pt x="52" y="348"/>
                    <a:pt x="19" y="338"/>
                  </a:cubicBezTo>
                  <a:cubicBezTo>
                    <a:pt x="52" y="354"/>
                    <a:pt x="85" y="365"/>
                    <a:pt x="121" y="372"/>
                  </a:cubicBezTo>
                  <a:cubicBezTo>
                    <a:pt x="157" y="378"/>
                    <a:pt x="194" y="375"/>
                    <a:pt x="229" y="362"/>
                  </a:cubicBezTo>
                  <a:cubicBezTo>
                    <a:pt x="239" y="359"/>
                    <a:pt x="246" y="354"/>
                    <a:pt x="255" y="348"/>
                  </a:cubicBezTo>
                  <a:cubicBezTo>
                    <a:pt x="259" y="345"/>
                    <a:pt x="265" y="341"/>
                    <a:pt x="268" y="338"/>
                  </a:cubicBezTo>
                  <a:cubicBezTo>
                    <a:pt x="269" y="337"/>
                    <a:pt x="270" y="336"/>
                    <a:pt x="271" y="335"/>
                  </a:cubicBezTo>
                  <a:cubicBezTo>
                    <a:pt x="272" y="334"/>
                    <a:pt x="273" y="333"/>
                    <a:pt x="275" y="332"/>
                  </a:cubicBezTo>
                  <a:cubicBezTo>
                    <a:pt x="275" y="331"/>
                    <a:pt x="275" y="330"/>
                    <a:pt x="275" y="328"/>
                  </a:cubicBezTo>
                  <a:cubicBezTo>
                    <a:pt x="276" y="327"/>
                    <a:pt x="277" y="326"/>
                    <a:pt x="279" y="325"/>
                  </a:cubicBezTo>
                  <a:cubicBezTo>
                    <a:pt x="285" y="305"/>
                    <a:pt x="292" y="288"/>
                    <a:pt x="298" y="268"/>
                  </a:cubicBezTo>
                  <a:cubicBezTo>
                    <a:pt x="308" y="229"/>
                    <a:pt x="308" y="189"/>
                    <a:pt x="301" y="145"/>
                  </a:cubicBezTo>
                  <a:cubicBezTo>
                    <a:pt x="292" y="105"/>
                    <a:pt x="268" y="68"/>
                    <a:pt x="243" y="41"/>
                  </a:cubicBezTo>
                  <a:cubicBezTo>
                    <a:pt x="213" y="15"/>
                    <a:pt x="177" y="-5"/>
                    <a:pt x="137" y="1"/>
                  </a:cubicBezTo>
                  <a:cubicBezTo>
                    <a:pt x="128" y="1"/>
                    <a:pt x="118" y="4"/>
                    <a:pt x="109" y="8"/>
                  </a:cubicBezTo>
                  <a:cubicBezTo>
                    <a:pt x="98" y="12"/>
                    <a:pt x="92" y="15"/>
                    <a:pt x="82" y="22"/>
                  </a:cubicBezTo>
                  <a:cubicBezTo>
                    <a:pt x="66" y="32"/>
                    <a:pt x="52" y="45"/>
                    <a:pt x="39" y="62"/>
                  </a:cubicBezTo>
                  <a:cubicBezTo>
                    <a:pt x="16" y="88"/>
                    <a:pt x="3" y="128"/>
                    <a:pt x="0" y="168"/>
                  </a:cubicBezTo>
                  <a:cubicBezTo>
                    <a:pt x="10" y="131"/>
                    <a:pt x="23" y="94"/>
                    <a:pt x="49" y="7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00" name=""/>
            <p:cNvSpPr/>
            <p:nvPr/>
          </p:nvSpPr>
          <p:spPr>
            <a:xfrm>
              <a:off x="7921800" y="4911840"/>
              <a:ext cx="60480" cy="75600"/>
            </a:xfrm>
            <a:custGeom>
              <a:avLst/>
              <a:gdLst>
                <a:gd name="textAreaLeft" fmla="*/ 0 w 60480"/>
                <a:gd name="textAreaRight" fmla="*/ 61200 w 60480"/>
                <a:gd name="textAreaTop" fmla="*/ 0 h 75600"/>
                <a:gd name="textAreaBottom" fmla="*/ 76320 h 75600"/>
              </a:gdLst>
              <a:ahLst/>
              <a:cxnLst/>
              <a:rect l="textAreaLeft" t="textAreaTop" r="textAreaRight" b="textAreaBottom"/>
              <a:pathLst>
                <a:path w="170" h="212">
                  <a:moveTo>
                    <a:pt x="0" y="106"/>
                  </a:moveTo>
                  <a:cubicBezTo>
                    <a:pt x="0" y="125"/>
                    <a:pt x="4" y="143"/>
                    <a:pt x="12" y="159"/>
                  </a:cubicBezTo>
                  <a:cubicBezTo>
                    <a:pt x="19" y="176"/>
                    <a:pt x="30" y="189"/>
                    <a:pt x="43" y="198"/>
                  </a:cubicBezTo>
                  <a:cubicBezTo>
                    <a:pt x="55" y="207"/>
                    <a:pt x="70" y="212"/>
                    <a:pt x="85" y="212"/>
                  </a:cubicBezTo>
                  <a:cubicBezTo>
                    <a:pt x="100" y="212"/>
                    <a:pt x="115" y="207"/>
                    <a:pt x="128" y="198"/>
                  </a:cubicBezTo>
                  <a:cubicBezTo>
                    <a:pt x="140" y="189"/>
                    <a:pt x="151" y="176"/>
                    <a:pt x="159" y="159"/>
                  </a:cubicBezTo>
                  <a:cubicBezTo>
                    <a:pt x="166" y="143"/>
                    <a:pt x="170" y="125"/>
                    <a:pt x="170" y="106"/>
                  </a:cubicBezTo>
                  <a:cubicBezTo>
                    <a:pt x="170" y="88"/>
                    <a:pt x="166" y="69"/>
                    <a:pt x="159" y="53"/>
                  </a:cubicBezTo>
                  <a:cubicBezTo>
                    <a:pt x="151" y="37"/>
                    <a:pt x="140" y="23"/>
                    <a:pt x="128" y="14"/>
                  </a:cubicBezTo>
                  <a:cubicBezTo>
                    <a:pt x="115" y="5"/>
                    <a:pt x="100" y="0"/>
                    <a:pt x="85" y="0"/>
                  </a:cubicBezTo>
                  <a:cubicBezTo>
                    <a:pt x="70" y="0"/>
                    <a:pt x="55" y="5"/>
                    <a:pt x="43" y="14"/>
                  </a:cubicBezTo>
                  <a:cubicBezTo>
                    <a:pt x="30" y="23"/>
                    <a:pt x="19" y="37"/>
                    <a:pt x="12" y="53"/>
                  </a:cubicBezTo>
                  <a:cubicBezTo>
                    <a:pt x="4" y="69"/>
                    <a:pt x="0" y="88"/>
                    <a:pt x="0" y="10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01" name=""/>
            <p:cNvSpPr/>
            <p:nvPr/>
          </p:nvSpPr>
          <p:spPr>
            <a:xfrm>
              <a:off x="7826400" y="5047200"/>
              <a:ext cx="61560" cy="52200"/>
            </a:xfrm>
            <a:custGeom>
              <a:avLst/>
              <a:gdLst>
                <a:gd name="textAreaLeft" fmla="*/ 0 w 61560"/>
                <a:gd name="textAreaRight" fmla="*/ 62280 w 61560"/>
                <a:gd name="textAreaTop" fmla="*/ 0 h 52200"/>
                <a:gd name="textAreaBottom" fmla="*/ 52920 h 52200"/>
              </a:gdLst>
              <a:ahLst/>
              <a:cxnLst/>
              <a:rect l="textAreaLeft" t="textAreaTop" r="textAreaRight" b="textAreaBottom"/>
              <a:pathLst>
                <a:path w="173" h="147">
                  <a:moveTo>
                    <a:pt x="173" y="0"/>
                  </a:moveTo>
                  <a:cubicBezTo>
                    <a:pt x="116" y="0"/>
                    <a:pt x="58" y="0"/>
                    <a:pt x="0" y="0"/>
                  </a:cubicBezTo>
                  <a:cubicBezTo>
                    <a:pt x="0" y="49"/>
                    <a:pt x="0" y="98"/>
                    <a:pt x="0" y="147"/>
                  </a:cubicBezTo>
                  <a:cubicBezTo>
                    <a:pt x="58" y="147"/>
                    <a:pt x="116" y="147"/>
                    <a:pt x="173" y="147"/>
                  </a:cubicBezTo>
                  <a:cubicBezTo>
                    <a:pt x="173" y="98"/>
                    <a:pt x="173" y="49"/>
                    <a:pt x="173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02" name=""/>
            <p:cNvSpPr/>
            <p:nvPr/>
          </p:nvSpPr>
          <p:spPr>
            <a:xfrm>
              <a:off x="7740360" y="5002560"/>
              <a:ext cx="235080" cy="84960"/>
            </a:xfrm>
            <a:custGeom>
              <a:avLst/>
              <a:gdLst>
                <a:gd name="textAreaLeft" fmla="*/ 0 w 235080"/>
                <a:gd name="textAreaRight" fmla="*/ 235800 w 235080"/>
                <a:gd name="textAreaTop" fmla="*/ 0 h 84960"/>
                <a:gd name="textAreaBottom" fmla="*/ 85680 h 84960"/>
              </a:gdLst>
              <a:ahLst/>
              <a:cxnLst/>
              <a:rect l="textAreaLeft" t="textAreaTop" r="textAreaRight" b="textAreaBottom"/>
              <a:pathLst>
                <a:path w="655" h="238">
                  <a:moveTo>
                    <a:pt x="161" y="204"/>
                  </a:moveTo>
                  <a:cubicBezTo>
                    <a:pt x="194" y="200"/>
                    <a:pt x="226" y="193"/>
                    <a:pt x="252" y="177"/>
                  </a:cubicBezTo>
                  <a:cubicBezTo>
                    <a:pt x="279" y="160"/>
                    <a:pt x="298" y="138"/>
                    <a:pt x="301" y="114"/>
                  </a:cubicBezTo>
                  <a:cubicBezTo>
                    <a:pt x="309" y="76"/>
                    <a:pt x="317" y="38"/>
                    <a:pt x="325" y="0"/>
                  </a:cubicBezTo>
                  <a:cubicBezTo>
                    <a:pt x="332" y="38"/>
                    <a:pt x="339" y="76"/>
                    <a:pt x="347" y="114"/>
                  </a:cubicBezTo>
                  <a:cubicBezTo>
                    <a:pt x="353" y="141"/>
                    <a:pt x="370" y="160"/>
                    <a:pt x="396" y="177"/>
                  </a:cubicBezTo>
                  <a:cubicBezTo>
                    <a:pt x="422" y="193"/>
                    <a:pt x="455" y="204"/>
                    <a:pt x="488" y="204"/>
                  </a:cubicBezTo>
                  <a:cubicBezTo>
                    <a:pt x="524" y="204"/>
                    <a:pt x="556" y="200"/>
                    <a:pt x="586" y="184"/>
                  </a:cubicBezTo>
                  <a:cubicBezTo>
                    <a:pt x="616" y="170"/>
                    <a:pt x="642" y="147"/>
                    <a:pt x="655" y="117"/>
                  </a:cubicBezTo>
                  <a:cubicBezTo>
                    <a:pt x="651" y="151"/>
                    <a:pt x="632" y="181"/>
                    <a:pt x="602" y="200"/>
                  </a:cubicBezTo>
                  <a:cubicBezTo>
                    <a:pt x="574" y="220"/>
                    <a:pt x="531" y="234"/>
                    <a:pt x="492" y="237"/>
                  </a:cubicBezTo>
                  <a:cubicBezTo>
                    <a:pt x="449" y="241"/>
                    <a:pt x="410" y="231"/>
                    <a:pt x="373" y="210"/>
                  </a:cubicBezTo>
                  <a:cubicBezTo>
                    <a:pt x="353" y="200"/>
                    <a:pt x="340" y="187"/>
                    <a:pt x="328" y="170"/>
                  </a:cubicBezTo>
                  <a:cubicBezTo>
                    <a:pt x="315" y="187"/>
                    <a:pt x="298" y="200"/>
                    <a:pt x="282" y="210"/>
                  </a:cubicBezTo>
                  <a:cubicBezTo>
                    <a:pt x="246" y="231"/>
                    <a:pt x="203" y="241"/>
                    <a:pt x="164" y="237"/>
                  </a:cubicBezTo>
                  <a:cubicBezTo>
                    <a:pt x="124" y="237"/>
                    <a:pt x="82" y="224"/>
                    <a:pt x="52" y="200"/>
                  </a:cubicBezTo>
                  <a:cubicBezTo>
                    <a:pt x="23" y="181"/>
                    <a:pt x="0" y="147"/>
                    <a:pt x="0" y="117"/>
                  </a:cubicBezTo>
                  <a:cubicBezTo>
                    <a:pt x="6" y="144"/>
                    <a:pt x="33" y="167"/>
                    <a:pt x="63" y="184"/>
                  </a:cubicBezTo>
                  <a:cubicBezTo>
                    <a:pt x="92" y="197"/>
                    <a:pt x="128" y="204"/>
                    <a:pt x="161" y="20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03" name=""/>
            <p:cNvSpPr/>
            <p:nvPr/>
          </p:nvSpPr>
          <p:spPr>
            <a:xfrm>
              <a:off x="7813440" y="4987080"/>
              <a:ext cx="89280" cy="42480"/>
            </a:xfrm>
            <a:custGeom>
              <a:avLst/>
              <a:gdLst>
                <a:gd name="textAreaLeft" fmla="*/ 0 w 89280"/>
                <a:gd name="textAreaRight" fmla="*/ 90000 w 89280"/>
                <a:gd name="textAreaTop" fmla="*/ 0 h 42480"/>
                <a:gd name="textAreaBottom" fmla="*/ 43200 h 42480"/>
              </a:gdLst>
              <a:ahLst/>
              <a:cxnLst/>
              <a:rect l="textAreaLeft" t="textAreaTop" r="textAreaRight" b="textAreaBottom"/>
              <a:pathLst>
                <a:path w="250" h="120">
                  <a:moveTo>
                    <a:pt x="125" y="0"/>
                  </a:moveTo>
                  <a:cubicBezTo>
                    <a:pt x="148" y="0"/>
                    <a:pt x="217" y="0"/>
                    <a:pt x="243" y="21"/>
                  </a:cubicBezTo>
                  <a:cubicBezTo>
                    <a:pt x="259" y="34"/>
                    <a:pt x="246" y="67"/>
                    <a:pt x="204" y="98"/>
                  </a:cubicBezTo>
                  <a:cubicBezTo>
                    <a:pt x="174" y="117"/>
                    <a:pt x="147" y="120"/>
                    <a:pt x="128" y="120"/>
                  </a:cubicBezTo>
                  <a:cubicBezTo>
                    <a:pt x="105" y="120"/>
                    <a:pt x="79" y="114"/>
                    <a:pt x="53" y="98"/>
                  </a:cubicBezTo>
                  <a:cubicBezTo>
                    <a:pt x="1" y="67"/>
                    <a:pt x="-9" y="34"/>
                    <a:pt x="7" y="21"/>
                  </a:cubicBezTo>
                  <a:cubicBezTo>
                    <a:pt x="30" y="0"/>
                    <a:pt x="102" y="0"/>
                    <a:pt x="125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304" name=""/>
          <p:cNvGrpSpPr/>
          <p:nvPr/>
        </p:nvGrpSpPr>
        <p:grpSpPr>
          <a:xfrm>
            <a:off x="9090000" y="4770000"/>
            <a:ext cx="269280" cy="359280"/>
            <a:chOff x="9090000" y="4770000"/>
            <a:chExt cx="269280" cy="359280"/>
          </a:xfrm>
        </p:grpSpPr>
        <p:sp>
          <p:nvSpPr>
            <p:cNvPr id="305" name=""/>
            <p:cNvSpPr/>
            <p:nvPr/>
          </p:nvSpPr>
          <p:spPr>
            <a:xfrm>
              <a:off x="9312840" y="5016600"/>
              <a:ext cx="46440" cy="51840"/>
            </a:xfrm>
            <a:custGeom>
              <a:avLst/>
              <a:gdLst>
                <a:gd name="textAreaLeft" fmla="*/ 0 w 46440"/>
                <a:gd name="textAreaRight" fmla="*/ 47160 w 46440"/>
                <a:gd name="textAreaTop" fmla="*/ 0 h 51840"/>
                <a:gd name="textAreaBottom" fmla="*/ 52560 h 51840"/>
              </a:gdLst>
              <a:ahLst/>
              <a:cxnLst/>
              <a:rect l="textAreaLeft" t="textAreaTop" r="textAreaRight" b="textAreaBottom"/>
              <a:pathLst>
                <a:path w="131" h="146">
                  <a:moveTo>
                    <a:pt x="131" y="73"/>
                  </a:moveTo>
                  <a:cubicBezTo>
                    <a:pt x="131" y="86"/>
                    <a:pt x="128" y="98"/>
                    <a:pt x="123" y="109"/>
                  </a:cubicBezTo>
                  <a:cubicBezTo>
                    <a:pt x="117" y="121"/>
                    <a:pt x="109" y="130"/>
                    <a:pt x="99" y="136"/>
                  </a:cubicBezTo>
                  <a:cubicBezTo>
                    <a:pt x="89" y="143"/>
                    <a:pt x="78" y="146"/>
                    <a:pt x="66" y="146"/>
                  </a:cubicBezTo>
                  <a:cubicBezTo>
                    <a:pt x="54" y="146"/>
                    <a:pt x="43" y="143"/>
                    <a:pt x="33" y="136"/>
                  </a:cubicBezTo>
                  <a:cubicBezTo>
                    <a:pt x="23" y="130"/>
                    <a:pt x="14" y="121"/>
                    <a:pt x="9" y="109"/>
                  </a:cubicBezTo>
                  <a:cubicBezTo>
                    <a:pt x="3" y="98"/>
                    <a:pt x="0" y="86"/>
                    <a:pt x="0" y="73"/>
                  </a:cubicBezTo>
                  <a:cubicBezTo>
                    <a:pt x="0" y="61"/>
                    <a:pt x="3" y="48"/>
                    <a:pt x="9" y="37"/>
                  </a:cubicBezTo>
                  <a:cubicBezTo>
                    <a:pt x="15" y="25"/>
                    <a:pt x="23" y="16"/>
                    <a:pt x="33" y="10"/>
                  </a:cubicBezTo>
                  <a:cubicBezTo>
                    <a:pt x="43" y="3"/>
                    <a:pt x="54" y="0"/>
                    <a:pt x="66" y="0"/>
                  </a:cubicBezTo>
                  <a:cubicBezTo>
                    <a:pt x="78" y="0"/>
                    <a:pt x="89" y="3"/>
                    <a:pt x="99" y="10"/>
                  </a:cubicBezTo>
                  <a:cubicBezTo>
                    <a:pt x="109" y="16"/>
                    <a:pt x="117" y="25"/>
                    <a:pt x="123" y="37"/>
                  </a:cubicBezTo>
                  <a:cubicBezTo>
                    <a:pt x="128" y="48"/>
                    <a:pt x="131" y="61"/>
                    <a:pt x="131" y="7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06" name=""/>
            <p:cNvSpPr/>
            <p:nvPr/>
          </p:nvSpPr>
          <p:spPr>
            <a:xfrm>
              <a:off x="9261000" y="5010480"/>
              <a:ext cx="81720" cy="104400"/>
            </a:xfrm>
            <a:custGeom>
              <a:avLst/>
              <a:gdLst>
                <a:gd name="textAreaLeft" fmla="*/ 0 w 81720"/>
                <a:gd name="textAreaRight" fmla="*/ 82440 w 81720"/>
                <a:gd name="textAreaTop" fmla="*/ 0 h 104400"/>
                <a:gd name="textAreaBottom" fmla="*/ 105120 h 104400"/>
              </a:gdLst>
              <a:ahLst/>
              <a:cxnLst/>
              <a:rect l="textAreaLeft" t="textAreaTop" r="textAreaRight" b="textAreaBottom"/>
              <a:pathLst>
                <a:path w="229" h="292">
                  <a:moveTo>
                    <a:pt x="215" y="246"/>
                  </a:moveTo>
                  <a:cubicBezTo>
                    <a:pt x="265" y="57"/>
                    <a:pt x="160" y="82"/>
                    <a:pt x="133" y="0"/>
                  </a:cubicBezTo>
                  <a:cubicBezTo>
                    <a:pt x="94" y="19"/>
                    <a:pt x="55" y="39"/>
                    <a:pt x="16" y="58"/>
                  </a:cubicBezTo>
                  <a:cubicBezTo>
                    <a:pt x="16" y="57"/>
                    <a:pt x="-20" y="238"/>
                    <a:pt x="15" y="278"/>
                  </a:cubicBezTo>
                  <a:cubicBezTo>
                    <a:pt x="41" y="308"/>
                    <a:pt x="205" y="284"/>
                    <a:pt x="215" y="24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07" name=""/>
            <p:cNvSpPr/>
            <p:nvPr/>
          </p:nvSpPr>
          <p:spPr>
            <a:xfrm>
              <a:off x="9266760" y="5069160"/>
              <a:ext cx="47520" cy="24840"/>
            </a:xfrm>
            <a:custGeom>
              <a:avLst/>
              <a:gdLst>
                <a:gd name="textAreaLeft" fmla="*/ 0 w 47520"/>
                <a:gd name="textAreaRight" fmla="*/ 48240 w 47520"/>
                <a:gd name="textAreaTop" fmla="*/ 0 h 24840"/>
                <a:gd name="textAreaBottom" fmla="*/ 25560 h 24840"/>
              </a:gdLst>
              <a:ahLst/>
              <a:cxnLst/>
              <a:rect l="textAreaLeft" t="textAreaTop" r="textAreaRight" b="textAreaBottom"/>
              <a:pathLst>
                <a:path w="134" h="71">
                  <a:moveTo>
                    <a:pt x="18" y="34"/>
                  </a:moveTo>
                  <a:cubicBezTo>
                    <a:pt x="28" y="24"/>
                    <a:pt x="39" y="14"/>
                    <a:pt x="52" y="9"/>
                  </a:cubicBezTo>
                  <a:cubicBezTo>
                    <a:pt x="79" y="-3"/>
                    <a:pt x="109" y="-3"/>
                    <a:pt x="134" y="7"/>
                  </a:cubicBezTo>
                  <a:cubicBezTo>
                    <a:pt x="107" y="7"/>
                    <a:pt x="82" y="9"/>
                    <a:pt x="58" y="21"/>
                  </a:cubicBezTo>
                  <a:cubicBezTo>
                    <a:pt x="46" y="25"/>
                    <a:pt x="35" y="32"/>
                    <a:pt x="25" y="41"/>
                  </a:cubicBezTo>
                  <a:cubicBezTo>
                    <a:pt x="17" y="49"/>
                    <a:pt x="6" y="59"/>
                    <a:pt x="0" y="71"/>
                  </a:cubicBezTo>
                  <a:cubicBezTo>
                    <a:pt x="2" y="57"/>
                    <a:pt x="9" y="44"/>
                    <a:pt x="18" y="3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08" name=""/>
            <p:cNvSpPr/>
            <p:nvPr/>
          </p:nvSpPr>
          <p:spPr>
            <a:xfrm>
              <a:off x="9207360" y="5002200"/>
              <a:ext cx="68760" cy="127080"/>
            </a:xfrm>
            <a:custGeom>
              <a:avLst/>
              <a:gdLst>
                <a:gd name="textAreaLeft" fmla="*/ 0 w 68760"/>
                <a:gd name="textAreaRight" fmla="*/ 69480 w 68760"/>
                <a:gd name="textAreaTop" fmla="*/ 0 h 127080"/>
                <a:gd name="textAreaBottom" fmla="*/ 127800 h 127080"/>
              </a:gdLst>
              <a:ahLst/>
              <a:cxnLst/>
              <a:rect l="textAreaLeft" t="textAreaTop" r="textAreaRight" b="textAreaBottom"/>
              <a:pathLst>
                <a:path w="193" h="355">
                  <a:moveTo>
                    <a:pt x="154" y="333"/>
                  </a:moveTo>
                  <a:cubicBezTo>
                    <a:pt x="193" y="291"/>
                    <a:pt x="192" y="106"/>
                    <a:pt x="193" y="15"/>
                  </a:cubicBezTo>
                  <a:cubicBezTo>
                    <a:pt x="137" y="10"/>
                    <a:pt x="82" y="5"/>
                    <a:pt x="26" y="0"/>
                  </a:cubicBezTo>
                  <a:cubicBezTo>
                    <a:pt x="25" y="0"/>
                    <a:pt x="-21" y="293"/>
                    <a:pt x="12" y="333"/>
                  </a:cubicBezTo>
                  <a:cubicBezTo>
                    <a:pt x="36" y="363"/>
                    <a:pt x="126" y="362"/>
                    <a:pt x="154" y="33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09" name=""/>
            <p:cNvSpPr/>
            <p:nvPr/>
          </p:nvSpPr>
          <p:spPr>
            <a:xfrm>
              <a:off x="9145800" y="5002200"/>
              <a:ext cx="69120" cy="127080"/>
            </a:xfrm>
            <a:custGeom>
              <a:avLst/>
              <a:gdLst>
                <a:gd name="textAreaLeft" fmla="*/ 0 w 69120"/>
                <a:gd name="textAreaRight" fmla="*/ 69840 w 69120"/>
                <a:gd name="textAreaTop" fmla="*/ 0 h 127080"/>
                <a:gd name="textAreaBottom" fmla="*/ 127800 h 127080"/>
              </a:gdLst>
              <a:ahLst/>
              <a:cxnLst/>
              <a:rect l="textAreaLeft" t="textAreaTop" r="textAreaRight" b="textAreaBottom"/>
              <a:pathLst>
                <a:path w="194" h="355">
                  <a:moveTo>
                    <a:pt x="39" y="333"/>
                  </a:moveTo>
                  <a:cubicBezTo>
                    <a:pt x="0" y="291"/>
                    <a:pt x="1" y="106"/>
                    <a:pt x="0" y="15"/>
                  </a:cubicBezTo>
                  <a:cubicBezTo>
                    <a:pt x="56" y="10"/>
                    <a:pt x="112" y="5"/>
                    <a:pt x="167" y="0"/>
                  </a:cubicBezTo>
                  <a:cubicBezTo>
                    <a:pt x="172" y="111"/>
                    <a:pt x="215" y="294"/>
                    <a:pt x="182" y="333"/>
                  </a:cubicBezTo>
                  <a:cubicBezTo>
                    <a:pt x="158" y="363"/>
                    <a:pt x="67" y="362"/>
                    <a:pt x="39" y="33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10" name=""/>
            <p:cNvSpPr/>
            <p:nvPr/>
          </p:nvSpPr>
          <p:spPr>
            <a:xfrm>
              <a:off x="9208800" y="5070240"/>
              <a:ext cx="4320" cy="51120"/>
            </a:xfrm>
            <a:custGeom>
              <a:avLst/>
              <a:gdLst>
                <a:gd name="textAreaLeft" fmla="*/ 0 w 4320"/>
                <a:gd name="textAreaRight" fmla="*/ 5040 w 4320"/>
                <a:gd name="textAreaTop" fmla="*/ 0 h 51120"/>
                <a:gd name="textAreaBottom" fmla="*/ 51840 h 51120"/>
              </a:gdLst>
              <a:ahLst/>
              <a:cxnLst/>
              <a:rect l="textAreaLeft" t="textAreaTop" r="textAreaRight" b="textAreaBottom"/>
              <a:pathLst>
                <a:path w="14" h="144">
                  <a:moveTo>
                    <a:pt x="0" y="71"/>
                  </a:moveTo>
                  <a:cubicBezTo>
                    <a:pt x="0" y="48"/>
                    <a:pt x="2" y="24"/>
                    <a:pt x="7" y="0"/>
                  </a:cubicBezTo>
                  <a:cubicBezTo>
                    <a:pt x="12" y="24"/>
                    <a:pt x="14" y="49"/>
                    <a:pt x="14" y="71"/>
                  </a:cubicBezTo>
                  <a:cubicBezTo>
                    <a:pt x="12" y="96"/>
                    <a:pt x="12" y="120"/>
                    <a:pt x="7" y="144"/>
                  </a:cubicBezTo>
                  <a:cubicBezTo>
                    <a:pt x="2" y="120"/>
                    <a:pt x="0" y="95"/>
                    <a:pt x="0" y="7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11" name=""/>
            <p:cNvSpPr/>
            <p:nvPr/>
          </p:nvSpPr>
          <p:spPr>
            <a:xfrm>
              <a:off x="9158400" y="4997520"/>
              <a:ext cx="105480" cy="103320"/>
            </a:xfrm>
            <a:custGeom>
              <a:avLst/>
              <a:gdLst>
                <a:gd name="textAreaLeft" fmla="*/ 0 w 105480"/>
                <a:gd name="textAreaRight" fmla="*/ 106200 w 105480"/>
                <a:gd name="textAreaTop" fmla="*/ 0 h 103320"/>
                <a:gd name="textAreaBottom" fmla="*/ 104040 h 103320"/>
              </a:gdLst>
              <a:ahLst/>
              <a:cxnLst/>
              <a:rect l="textAreaLeft" t="textAreaTop" r="textAreaRight" b="textAreaBottom"/>
              <a:pathLst>
                <a:path w="295" h="289">
                  <a:moveTo>
                    <a:pt x="148" y="289"/>
                  </a:moveTo>
                  <a:cubicBezTo>
                    <a:pt x="99" y="238"/>
                    <a:pt x="0" y="212"/>
                    <a:pt x="0" y="136"/>
                  </a:cubicBezTo>
                  <a:cubicBezTo>
                    <a:pt x="0" y="61"/>
                    <a:pt x="66" y="0"/>
                    <a:pt x="148" y="0"/>
                  </a:cubicBezTo>
                  <a:cubicBezTo>
                    <a:pt x="230" y="0"/>
                    <a:pt x="295" y="61"/>
                    <a:pt x="295" y="136"/>
                  </a:cubicBezTo>
                  <a:cubicBezTo>
                    <a:pt x="295" y="212"/>
                    <a:pt x="197" y="238"/>
                    <a:pt x="148" y="28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12" name=""/>
            <p:cNvSpPr/>
            <p:nvPr/>
          </p:nvSpPr>
          <p:spPr>
            <a:xfrm>
              <a:off x="9252720" y="4770000"/>
              <a:ext cx="79560" cy="156960"/>
            </a:xfrm>
            <a:custGeom>
              <a:avLst/>
              <a:gdLst>
                <a:gd name="textAreaLeft" fmla="*/ 0 w 79560"/>
                <a:gd name="textAreaRight" fmla="*/ 80280 w 79560"/>
                <a:gd name="textAreaTop" fmla="*/ 0 h 156960"/>
                <a:gd name="textAreaBottom" fmla="*/ 157680 h 156960"/>
              </a:gdLst>
              <a:ahLst/>
              <a:cxnLst/>
              <a:rect l="textAreaLeft" t="textAreaTop" r="textAreaRight" b="textAreaBottom"/>
              <a:pathLst>
                <a:path w="223" h="438">
                  <a:moveTo>
                    <a:pt x="20" y="192"/>
                  </a:moveTo>
                  <a:cubicBezTo>
                    <a:pt x="12" y="367"/>
                    <a:pt x="7" y="341"/>
                    <a:pt x="0" y="416"/>
                  </a:cubicBezTo>
                  <a:cubicBezTo>
                    <a:pt x="31" y="423"/>
                    <a:pt x="61" y="431"/>
                    <a:pt x="92" y="438"/>
                  </a:cubicBezTo>
                  <a:cubicBezTo>
                    <a:pt x="130" y="372"/>
                    <a:pt x="87" y="422"/>
                    <a:pt x="206" y="238"/>
                  </a:cubicBezTo>
                  <a:cubicBezTo>
                    <a:pt x="248" y="170"/>
                    <a:pt x="203" y="11"/>
                    <a:pt x="176" y="0"/>
                  </a:cubicBezTo>
                  <a:cubicBezTo>
                    <a:pt x="160" y="-4"/>
                    <a:pt x="23" y="102"/>
                    <a:pt x="20" y="19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13" name=""/>
            <p:cNvSpPr/>
            <p:nvPr/>
          </p:nvSpPr>
          <p:spPr>
            <a:xfrm>
              <a:off x="9259200" y="4801680"/>
              <a:ext cx="57240" cy="124200"/>
            </a:xfrm>
            <a:custGeom>
              <a:avLst/>
              <a:gdLst>
                <a:gd name="textAreaLeft" fmla="*/ 0 w 57240"/>
                <a:gd name="textAreaRight" fmla="*/ 57960 w 57240"/>
                <a:gd name="textAreaTop" fmla="*/ 0 h 124200"/>
                <a:gd name="textAreaBottom" fmla="*/ 124920 h 124200"/>
              </a:gdLst>
              <a:ahLst/>
              <a:cxnLst/>
              <a:rect l="textAreaLeft" t="textAreaTop" r="textAreaRight" b="textAreaBottom"/>
              <a:pathLst>
                <a:path w="161" h="347">
                  <a:moveTo>
                    <a:pt x="42" y="114"/>
                  </a:moveTo>
                  <a:cubicBezTo>
                    <a:pt x="10" y="284"/>
                    <a:pt x="14" y="259"/>
                    <a:pt x="0" y="332"/>
                  </a:cubicBezTo>
                  <a:cubicBezTo>
                    <a:pt x="20" y="337"/>
                    <a:pt x="41" y="342"/>
                    <a:pt x="61" y="347"/>
                  </a:cubicBezTo>
                  <a:cubicBezTo>
                    <a:pt x="90" y="278"/>
                    <a:pt x="61" y="335"/>
                    <a:pt x="149" y="140"/>
                  </a:cubicBezTo>
                  <a:cubicBezTo>
                    <a:pt x="173" y="90"/>
                    <a:pt x="159" y="9"/>
                    <a:pt x="134" y="0"/>
                  </a:cubicBezTo>
                  <a:cubicBezTo>
                    <a:pt x="118" y="-5"/>
                    <a:pt x="54" y="44"/>
                    <a:pt x="42" y="11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14" name=""/>
            <p:cNvSpPr/>
            <p:nvPr/>
          </p:nvSpPr>
          <p:spPr>
            <a:xfrm>
              <a:off x="9090000" y="4770000"/>
              <a:ext cx="79560" cy="156960"/>
            </a:xfrm>
            <a:custGeom>
              <a:avLst/>
              <a:gdLst>
                <a:gd name="textAreaLeft" fmla="*/ 0 w 79560"/>
                <a:gd name="textAreaRight" fmla="*/ 80280 w 79560"/>
                <a:gd name="textAreaTop" fmla="*/ 0 h 156960"/>
                <a:gd name="textAreaBottom" fmla="*/ 157680 h 156960"/>
              </a:gdLst>
              <a:ahLst/>
              <a:cxnLst/>
              <a:rect l="textAreaLeft" t="textAreaTop" r="textAreaRight" b="textAreaBottom"/>
              <a:pathLst>
                <a:path w="223" h="438">
                  <a:moveTo>
                    <a:pt x="203" y="192"/>
                  </a:moveTo>
                  <a:cubicBezTo>
                    <a:pt x="211" y="367"/>
                    <a:pt x="216" y="341"/>
                    <a:pt x="223" y="416"/>
                  </a:cubicBezTo>
                  <a:cubicBezTo>
                    <a:pt x="192" y="423"/>
                    <a:pt x="162" y="431"/>
                    <a:pt x="131" y="438"/>
                  </a:cubicBezTo>
                  <a:cubicBezTo>
                    <a:pt x="94" y="372"/>
                    <a:pt x="136" y="422"/>
                    <a:pt x="18" y="238"/>
                  </a:cubicBezTo>
                  <a:cubicBezTo>
                    <a:pt x="-26" y="170"/>
                    <a:pt x="22" y="11"/>
                    <a:pt x="47" y="0"/>
                  </a:cubicBezTo>
                  <a:cubicBezTo>
                    <a:pt x="64" y="-4"/>
                    <a:pt x="200" y="102"/>
                    <a:pt x="203" y="19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15" name=""/>
            <p:cNvSpPr/>
            <p:nvPr/>
          </p:nvSpPr>
          <p:spPr>
            <a:xfrm>
              <a:off x="9105480" y="4801680"/>
              <a:ext cx="57600" cy="124920"/>
            </a:xfrm>
            <a:custGeom>
              <a:avLst/>
              <a:gdLst>
                <a:gd name="textAreaLeft" fmla="*/ 0 w 57600"/>
                <a:gd name="textAreaRight" fmla="*/ 58320 w 57600"/>
                <a:gd name="textAreaTop" fmla="*/ 0 h 124920"/>
                <a:gd name="textAreaBottom" fmla="*/ 125640 h 124920"/>
              </a:gdLst>
              <a:ahLst/>
              <a:cxnLst/>
              <a:rect l="textAreaLeft" t="textAreaTop" r="textAreaRight" b="textAreaBottom"/>
              <a:pathLst>
                <a:path w="162" h="349">
                  <a:moveTo>
                    <a:pt x="121" y="114"/>
                  </a:moveTo>
                  <a:cubicBezTo>
                    <a:pt x="152" y="284"/>
                    <a:pt x="148" y="259"/>
                    <a:pt x="162" y="332"/>
                  </a:cubicBezTo>
                  <a:cubicBezTo>
                    <a:pt x="142" y="337"/>
                    <a:pt x="123" y="343"/>
                    <a:pt x="103" y="349"/>
                  </a:cubicBezTo>
                  <a:cubicBezTo>
                    <a:pt x="73" y="280"/>
                    <a:pt x="103" y="337"/>
                    <a:pt x="13" y="142"/>
                  </a:cubicBezTo>
                  <a:cubicBezTo>
                    <a:pt x="-11" y="90"/>
                    <a:pt x="1" y="9"/>
                    <a:pt x="28" y="0"/>
                  </a:cubicBezTo>
                  <a:cubicBezTo>
                    <a:pt x="44" y="-5"/>
                    <a:pt x="107" y="44"/>
                    <a:pt x="121" y="11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16" name=""/>
            <p:cNvSpPr/>
            <p:nvPr/>
          </p:nvSpPr>
          <p:spPr>
            <a:xfrm>
              <a:off x="9103320" y="4866120"/>
              <a:ext cx="215640" cy="191520"/>
            </a:xfrm>
            <a:custGeom>
              <a:avLst/>
              <a:gdLst>
                <a:gd name="textAreaLeft" fmla="*/ 0 w 215640"/>
                <a:gd name="textAreaRight" fmla="*/ 216360 w 215640"/>
                <a:gd name="textAreaTop" fmla="*/ 0 h 191520"/>
                <a:gd name="textAreaBottom" fmla="*/ 192240 h 191520"/>
              </a:gdLst>
              <a:ahLst/>
              <a:cxnLst/>
              <a:rect l="textAreaLeft" t="textAreaTop" r="textAreaRight" b="textAreaBottom"/>
              <a:pathLst>
                <a:path w="601" h="534">
                  <a:moveTo>
                    <a:pt x="301" y="0"/>
                  </a:moveTo>
                  <a:cubicBezTo>
                    <a:pt x="466" y="0"/>
                    <a:pt x="542" y="71"/>
                    <a:pt x="542" y="171"/>
                  </a:cubicBezTo>
                  <a:cubicBezTo>
                    <a:pt x="542" y="254"/>
                    <a:pt x="666" y="378"/>
                    <a:pt x="555" y="459"/>
                  </a:cubicBezTo>
                  <a:cubicBezTo>
                    <a:pt x="500" y="499"/>
                    <a:pt x="409" y="534"/>
                    <a:pt x="301" y="534"/>
                  </a:cubicBezTo>
                  <a:cubicBezTo>
                    <a:pt x="193" y="534"/>
                    <a:pt x="101" y="499"/>
                    <a:pt x="46" y="459"/>
                  </a:cubicBezTo>
                  <a:cubicBezTo>
                    <a:pt x="-65" y="376"/>
                    <a:pt x="59" y="254"/>
                    <a:pt x="59" y="171"/>
                  </a:cubicBezTo>
                  <a:cubicBezTo>
                    <a:pt x="59" y="71"/>
                    <a:pt x="134" y="0"/>
                    <a:pt x="301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17" name=""/>
            <p:cNvSpPr/>
            <p:nvPr/>
          </p:nvSpPr>
          <p:spPr>
            <a:xfrm>
              <a:off x="9116280" y="4892400"/>
              <a:ext cx="188280" cy="158760"/>
            </a:xfrm>
            <a:custGeom>
              <a:avLst/>
              <a:gdLst>
                <a:gd name="textAreaLeft" fmla="*/ 0 w 188280"/>
                <a:gd name="textAreaRight" fmla="*/ 189000 w 188280"/>
                <a:gd name="textAreaTop" fmla="*/ 0 h 158760"/>
                <a:gd name="textAreaBottom" fmla="*/ 159480 h 158760"/>
              </a:gdLst>
              <a:ahLst/>
              <a:cxnLst/>
              <a:rect l="textAreaLeft" t="textAreaTop" r="textAreaRight" b="textAreaBottom"/>
              <a:pathLst>
                <a:path w="525" h="443">
                  <a:moveTo>
                    <a:pt x="286" y="15"/>
                  </a:moveTo>
                  <a:cubicBezTo>
                    <a:pt x="271" y="-5"/>
                    <a:pt x="257" y="-5"/>
                    <a:pt x="244" y="15"/>
                  </a:cubicBezTo>
                  <a:cubicBezTo>
                    <a:pt x="208" y="60"/>
                    <a:pt x="155" y="156"/>
                    <a:pt x="151" y="236"/>
                  </a:cubicBezTo>
                  <a:cubicBezTo>
                    <a:pt x="89" y="228"/>
                    <a:pt x="19" y="231"/>
                    <a:pt x="4" y="265"/>
                  </a:cubicBezTo>
                  <a:cubicBezTo>
                    <a:pt x="-24" y="331"/>
                    <a:pt x="107" y="443"/>
                    <a:pt x="263" y="443"/>
                  </a:cubicBezTo>
                  <a:cubicBezTo>
                    <a:pt x="420" y="443"/>
                    <a:pt x="549" y="331"/>
                    <a:pt x="522" y="265"/>
                  </a:cubicBezTo>
                  <a:cubicBezTo>
                    <a:pt x="510" y="231"/>
                    <a:pt x="439" y="228"/>
                    <a:pt x="378" y="236"/>
                  </a:cubicBezTo>
                  <a:cubicBezTo>
                    <a:pt x="375" y="156"/>
                    <a:pt x="320" y="60"/>
                    <a:pt x="286" y="1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18" name=""/>
            <p:cNvSpPr/>
            <p:nvPr/>
          </p:nvSpPr>
          <p:spPr>
            <a:xfrm>
              <a:off x="9166680" y="5006520"/>
              <a:ext cx="88560" cy="32040"/>
            </a:xfrm>
            <a:custGeom>
              <a:avLst/>
              <a:gdLst>
                <a:gd name="textAreaLeft" fmla="*/ 0 w 88560"/>
                <a:gd name="textAreaRight" fmla="*/ 89280 w 88560"/>
                <a:gd name="textAreaTop" fmla="*/ 0 h 32040"/>
                <a:gd name="textAreaBottom" fmla="*/ 32760 h 32040"/>
              </a:gdLst>
              <a:ahLst/>
              <a:cxnLst/>
              <a:rect l="textAreaLeft" t="textAreaTop" r="textAreaRight" b="textAreaBottom"/>
              <a:pathLst>
                <a:path w="248" h="91">
                  <a:moveTo>
                    <a:pt x="198" y="32"/>
                  </a:moveTo>
                  <a:cubicBezTo>
                    <a:pt x="180" y="34"/>
                    <a:pt x="160" y="29"/>
                    <a:pt x="146" y="19"/>
                  </a:cubicBezTo>
                  <a:cubicBezTo>
                    <a:pt x="137" y="14"/>
                    <a:pt x="131" y="8"/>
                    <a:pt x="124" y="0"/>
                  </a:cubicBezTo>
                  <a:cubicBezTo>
                    <a:pt x="119" y="8"/>
                    <a:pt x="111" y="14"/>
                    <a:pt x="103" y="19"/>
                  </a:cubicBezTo>
                  <a:cubicBezTo>
                    <a:pt x="86" y="29"/>
                    <a:pt x="68" y="35"/>
                    <a:pt x="50" y="32"/>
                  </a:cubicBezTo>
                  <a:cubicBezTo>
                    <a:pt x="32" y="32"/>
                    <a:pt x="15" y="26"/>
                    <a:pt x="1" y="14"/>
                  </a:cubicBezTo>
                  <a:cubicBezTo>
                    <a:pt x="-7" y="8"/>
                    <a:pt x="36" y="91"/>
                    <a:pt x="124" y="91"/>
                  </a:cubicBezTo>
                  <a:cubicBezTo>
                    <a:pt x="213" y="91"/>
                    <a:pt x="256" y="8"/>
                    <a:pt x="247" y="14"/>
                  </a:cubicBezTo>
                  <a:cubicBezTo>
                    <a:pt x="234" y="25"/>
                    <a:pt x="216" y="31"/>
                    <a:pt x="198" y="3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19" name=""/>
            <p:cNvSpPr/>
            <p:nvPr/>
          </p:nvSpPr>
          <p:spPr>
            <a:xfrm>
              <a:off x="9235080" y="4915800"/>
              <a:ext cx="51840" cy="62640"/>
            </a:xfrm>
            <a:custGeom>
              <a:avLst/>
              <a:gdLst>
                <a:gd name="textAreaLeft" fmla="*/ 0 w 51840"/>
                <a:gd name="textAreaRight" fmla="*/ 52560 w 51840"/>
                <a:gd name="textAreaTop" fmla="*/ 0 h 62640"/>
                <a:gd name="textAreaBottom" fmla="*/ 63360 h 62640"/>
              </a:gdLst>
              <a:ahLst/>
              <a:cxnLst/>
              <a:rect l="textAreaLeft" t="textAreaTop" r="textAreaRight" b="textAreaBottom"/>
              <a:pathLst>
                <a:path w="146" h="176">
                  <a:moveTo>
                    <a:pt x="50" y="5"/>
                  </a:moveTo>
                  <a:cubicBezTo>
                    <a:pt x="99" y="-16"/>
                    <a:pt x="133" y="33"/>
                    <a:pt x="140" y="60"/>
                  </a:cubicBezTo>
                  <a:cubicBezTo>
                    <a:pt x="154" y="100"/>
                    <a:pt x="137" y="145"/>
                    <a:pt x="133" y="154"/>
                  </a:cubicBezTo>
                  <a:cubicBezTo>
                    <a:pt x="129" y="162"/>
                    <a:pt x="93" y="193"/>
                    <a:pt x="12" y="163"/>
                  </a:cubicBezTo>
                  <a:cubicBezTo>
                    <a:pt x="14" y="163"/>
                    <a:pt x="-7" y="119"/>
                    <a:pt x="2" y="76"/>
                  </a:cubicBezTo>
                  <a:cubicBezTo>
                    <a:pt x="18" y="53"/>
                    <a:pt x="8" y="21"/>
                    <a:pt x="50" y="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20" name=""/>
            <p:cNvSpPr/>
            <p:nvPr/>
          </p:nvSpPr>
          <p:spPr>
            <a:xfrm>
              <a:off x="9236160" y="4912920"/>
              <a:ext cx="54000" cy="67320"/>
            </a:xfrm>
            <a:custGeom>
              <a:avLst/>
              <a:gdLst>
                <a:gd name="textAreaLeft" fmla="*/ 0 w 54000"/>
                <a:gd name="textAreaRight" fmla="*/ 54720 w 54000"/>
                <a:gd name="textAreaTop" fmla="*/ 0 h 67320"/>
                <a:gd name="textAreaBottom" fmla="*/ 68040 h 67320"/>
              </a:gdLst>
              <a:ahLst/>
              <a:cxnLst/>
              <a:rect l="textAreaLeft" t="textAreaTop" r="textAreaRight" b="textAreaBottom"/>
              <a:pathLst>
                <a:path w="152" h="189">
                  <a:moveTo>
                    <a:pt x="18" y="30"/>
                  </a:moveTo>
                  <a:cubicBezTo>
                    <a:pt x="25" y="22"/>
                    <a:pt x="31" y="15"/>
                    <a:pt x="39" y="10"/>
                  </a:cubicBezTo>
                  <a:cubicBezTo>
                    <a:pt x="43" y="7"/>
                    <a:pt x="48" y="5"/>
                    <a:pt x="52" y="4"/>
                  </a:cubicBezTo>
                  <a:cubicBezTo>
                    <a:pt x="58" y="2"/>
                    <a:pt x="63" y="1"/>
                    <a:pt x="67" y="1"/>
                  </a:cubicBezTo>
                  <a:cubicBezTo>
                    <a:pt x="87" y="-3"/>
                    <a:pt x="107" y="7"/>
                    <a:pt x="120" y="20"/>
                  </a:cubicBezTo>
                  <a:cubicBezTo>
                    <a:pt x="133" y="33"/>
                    <a:pt x="144" y="52"/>
                    <a:pt x="149" y="72"/>
                  </a:cubicBezTo>
                  <a:cubicBezTo>
                    <a:pt x="154" y="92"/>
                    <a:pt x="152" y="113"/>
                    <a:pt x="148" y="134"/>
                  </a:cubicBezTo>
                  <a:cubicBezTo>
                    <a:pt x="146" y="143"/>
                    <a:pt x="143" y="153"/>
                    <a:pt x="137" y="162"/>
                  </a:cubicBezTo>
                  <a:cubicBezTo>
                    <a:pt x="137" y="163"/>
                    <a:pt x="137" y="164"/>
                    <a:pt x="136" y="165"/>
                  </a:cubicBezTo>
                  <a:cubicBezTo>
                    <a:pt x="136" y="167"/>
                    <a:pt x="136" y="169"/>
                    <a:pt x="136" y="171"/>
                  </a:cubicBezTo>
                  <a:cubicBezTo>
                    <a:pt x="136" y="171"/>
                    <a:pt x="135" y="171"/>
                    <a:pt x="134" y="172"/>
                  </a:cubicBezTo>
                  <a:cubicBezTo>
                    <a:pt x="133" y="174"/>
                    <a:pt x="131" y="175"/>
                    <a:pt x="128" y="177"/>
                  </a:cubicBezTo>
                  <a:cubicBezTo>
                    <a:pt x="124" y="180"/>
                    <a:pt x="120" y="181"/>
                    <a:pt x="115" y="184"/>
                  </a:cubicBezTo>
                  <a:cubicBezTo>
                    <a:pt x="97" y="190"/>
                    <a:pt x="79" y="190"/>
                    <a:pt x="61" y="188"/>
                  </a:cubicBezTo>
                  <a:cubicBezTo>
                    <a:pt x="43" y="185"/>
                    <a:pt x="27" y="180"/>
                    <a:pt x="10" y="172"/>
                  </a:cubicBezTo>
                  <a:cubicBezTo>
                    <a:pt x="27" y="175"/>
                    <a:pt x="44" y="180"/>
                    <a:pt x="61" y="180"/>
                  </a:cubicBezTo>
                  <a:cubicBezTo>
                    <a:pt x="77" y="180"/>
                    <a:pt x="95" y="178"/>
                    <a:pt x="110" y="172"/>
                  </a:cubicBezTo>
                  <a:cubicBezTo>
                    <a:pt x="113" y="171"/>
                    <a:pt x="116" y="168"/>
                    <a:pt x="120" y="165"/>
                  </a:cubicBezTo>
                  <a:cubicBezTo>
                    <a:pt x="122" y="163"/>
                    <a:pt x="124" y="163"/>
                    <a:pt x="124" y="162"/>
                  </a:cubicBezTo>
                  <a:cubicBezTo>
                    <a:pt x="124" y="161"/>
                    <a:pt x="124" y="160"/>
                    <a:pt x="125" y="159"/>
                  </a:cubicBezTo>
                  <a:cubicBezTo>
                    <a:pt x="128" y="150"/>
                    <a:pt x="130" y="141"/>
                    <a:pt x="133" y="134"/>
                  </a:cubicBezTo>
                  <a:cubicBezTo>
                    <a:pt x="136" y="115"/>
                    <a:pt x="137" y="97"/>
                    <a:pt x="133" y="80"/>
                  </a:cubicBezTo>
                  <a:cubicBezTo>
                    <a:pt x="130" y="63"/>
                    <a:pt x="120" y="48"/>
                    <a:pt x="109" y="36"/>
                  </a:cubicBezTo>
                  <a:cubicBezTo>
                    <a:pt x="97" y="26"/>
                    <a:pt x="82" y="17"/>
                    <a:pt x="67" y="19"/>
                  </a:cubicBezTo>
                  <a:cubicBezTo>
                    <a:pt x="64" y="19"/>
                    <a:pt x="60" y="18"/>
                    <a:pt x="56" y="20"/>
                  </a:cubicBezTo>
                  <a:cubicBezTo>
                    <a:pt x="53" y="22"/>
                    <a:pt x="48" y="22"/>
                    <a:pt x="45" y="23"/>
                  </a:cubicBezTo>
                  <a:cubicBezTo>
                    <a:pt x="36" y="27"/>
                    <a:pt x="30" y="32"/>
                    <a:pt x="25" y="39"/>
                  </a:cubicBezTo>
                  <a:cubicBezTo>
                    <a:pt x="14" y="48"/>
                    <a:pt x="5" y="66"/>
                    <a:pt x="0" y="85"/>
                  </a:cubicBezTo>
                  <a:cubicBezTo>
                    <a:pt x="0" y="66"/>
                    <a:pt x="6" y="47"/>
                    <a:pt x="18" y="3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21" name=""/>
            <p:cNvSpPr/>
            <p:nvPr/>
          </p:nvSpPr>
          <p:spPr>
            <a:xfrm>
              <a:off x="9243360" y="4930920"/>
              <a:ext cx="29880" cy="37440"/>
            </a:xfrm>
            <a:custGeom>
              <a:avLst/>
              <a:gdLst>
                <a:gd name="textAreaLeft" fmla="*/ 0 w 29880"/>
                <a:gd name="textAreaRight" fmla="*/ 30600 w 29880"/>
                <a:gd name="textAreaTop" fmla="*/ 0 h 37440"/>
                <a:gd name="textAreaBottom" fmla="*/ 38160 h 37440"/>
              </a:gdLst>
              <a:ahLst/>
              <a:cxnLst/>
              <a:rect l="textAreaLeft" t="textAreaTop" r="textAreaRight" b="textAreaBottom"/>
              <a:pathLst>
                <a:path w="85" h="106">
                  <a:moveTo>
                    <a:pt x="85" y="53"/>
                  </a:moveTo>
                  <a:cubicBezTo>
                    <a:pt x="85" y="63"/>
                    <a:pt x="83" y="72"/>
                    <a:pt x="79" y="80"/>
                  </a:cubicBezTo>
                  <a:cubicBezTo>
                    <a:pt x="75" y="88"/>
                    <a:pt x="70" y="95"/>
                    <a:pt x="64" y="100"/>
                  </a:cubicBezTo>
                  <a:cubicBezTo>
                    <a:pt x="58" y="104"/>
                    <a:pt x="50" y="106"/>
                    <a:pt x="43" y="106"/>
                  </a:cubicBezTo>
                  <a:cubicBezTo>
                    <a:pt x="35" y="106"/>
                    <a:pt x="28" y="104"/>
                    <a:pt x="21" y="100"/>
                  </a:cubicBezTo>
                  <a:cubicBezTo>
                    <a:pt x="15" y="95"/>
                    <a:pt x="9" y="88"/>
                    <a:pt x="5" y="80"/>
                  </a:cubicBezTo>
                  <a:cubicBezTo>
                    <a:pt x="2" y="72"/>
                    <a:pt x="0" y="63"/>
                    <a:pt x="0" y="53"/>
                  </a:cubicBezTo>
                  <a:cubicBezTo>
                    <a:pt x="0" y="43"/>
                    <a:pt x="2" y="35"/>
                    <a:pt x="5" y="26"/>
                  </a:cubicBezTo>
                  <a:cubicBezTo>
                    <a:pt x="10" y="18"/>
                    <a:pt x="15" y="11"/>
                    <a:pt x="21" y="6"/>
                  </a:cubicBezTo>
                  <a:cubicBezTo>
                    <a:pt x="28" y="2"/>
                    <a:pt x="35" y="0"/>
                    <a:pt x="43" y="0"/>
                  </a:cubicBezTo>
                  <a:cubicBezTo>
                    <a:pt x="50" y="0"/>
                    <a:pt x="58" y="2"/>
                    <a:pt x="64" y="6"/>
                  </a:cubicBezTo>
                  <a:cubicBezTo>
                    <a:pt x="70" y="11"/>
                    <a:pt x="76" y="18"/>
                    <a:pt x="79" y="26"/>
                  </a:cubicBezTo>
                  <a:cubicBezTo>
                    <a:pt x="83" y="35"/>
                    <a:pt x="85" y="43"/>
                    <a:pt x="85" y="5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22" name=""/>
            <p:cNvSpPr/>
            <p:nvPr/>
          </p:nvSpPr>
          <p:spPr>
            <a:xfrm>
              <a:off x="9135360" y="4915800"/>
              <a:ext cx="51480" cy="62640"/>
            </a:xfrm>
            <a:custGeom>
              <a:avLst/>
              <a:gdLst>
                <a:gd name="textAreaLeft" fmla="*/ 0 w 51480"/>
                <a:gd name="textAreaRight" fmla="*/ 52200 w 51480"/>
                <a:gd name="textAreaTop" fmla="*/ 0 h 62640"/>
                <a:gd name="textAreaBottom" fmla="*/ 63360 h 62640"/>
              </a:gdLst>
              <a:ahLst/>
              <a:cxnLst/>
              <a:rect l="textAreaLeft" t="textAreaTop" r="textAreaRight" b="textAreaBottom"/>
              <a:pathLst>
                <a:path w="145" h="176">
                  <a:moveTo>
                    <a:pt x="95" y="5"/>
                  </a:moveTo>
                  <a:cubicBezTo>
                    <a:pt x="46" y="-16"/>
                    <a:pt x="13" y="33"/>
                    <a:pt x="5" y="60"/>
                  </a:cubicBezTo>
                  <a:cubicBezTo>
                    <a:pt x="-8" y="100"/>
                    <a:pt x="8" y="145"/>
                    <a:pt x="13" y="154"/>
                  </a:cubicBezTo>
                  <a:cubicBezTo>
                    <a:pt x="17" y="162"/>
                    <a:pt x="52" y="193"/>
                    <a:pt x="133" y="163"/>
                  </a:cubicBezTo>
                  <a:cubicBezTo>
                    <a:pt x="131" y="163"/>
                    <a:pt x="151" y="119"/>
                    <a:pt x="143" y="76"/>
                  </a:cubicBezTo>
                  <a:cubicBezTo>
                    <a:pt x="127" y="53"/>
                    <a:pt x="138" y="21"/>
                    <a:pt x="95" y="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23" name=""/>
            <p:cNvSpPr/>
            <p:nvPr/>
          </p:nvSpPr>
          <p:spPr>
            <a:xfrm>
              <a:off x="9131400" y="4913280"/>
              <a:ext cx="54720" cy="66600"/>
            </a:xfrm>
            <a:custGeom>
              <a:avLst/>
              <a:gdLst>
                <a:gd name="textAreaLeft" fmla="*/ 0 w 54720"/>
                <a:gd name="textAreaRight" fmla="*/ 55440 w 54720"/>
                <a:gd name="textAreaTop" fmla="*/ 0 h 66600"/>
                <a:gd name="textAreaBottom" fmla="*/ 67320 h 66600"/>
              </a:gdLst>
              <a:ahLst/>
              <a:cxnLst/>
              <a:rect l="textAreaLeft" t="textAreaTop" r="textAreaRight" b="textAreaBottom"/>
              <a:pathLst>
                <a:path w="154" h="187">
                  <a:moveTo>
                    <a:pt x="129" y="35"/>
                  </a:moveTo>
                  <a:cubicBezTo>
                    <a:pt x="123" y="29"/>
                    <a:pt x="116" y="24"/>
                    <a:pt x="109" y="21"/>
                  </a:cubicBezTo>
                  <a:cubicBezTo>
                    <a:pt x="106" y="19"/>
                    <a:pt x="101" y="18"/>
                    <a:pt x="98" y="18"/>
                  </a:cubicBezTo>
                  <a:cubicBezTo>
                    <a:pt x="95" y="16"/>
                    <a:pt x="90" y="16"/>
                    <a:pt x="86" y="16"/>
                  </a:cubicBezTo>
                  <a:cubicBezTo>
                    <a:pt x="71" y="16"/>
                    <a:pt x="55" y="22"/>
                    <a:pt x="45" y="34"/>
                  </a:cubicBezTo>
                  <a:cubicBezTo>
                    <a:pt x="34" y="46"/>
                    <a:pt x="23" y="62"/>
                    <a:pt x="20" y="77"/>
                  </a:cubicBezTo>
                  <a:cubicBezTo>
                    <a:pt x="17" y="94"/>
                    <a:pt x="17" y="112"/>
                    <a:pt x="20" y="131"/>
                  </a:cubicBezTo>
                  <a:cubicBezTo>
                    <a:pt x="22" y="139"/>
                    <a:pt x="26" y="149"/>
                    <a:pt x="29" y="155"/>
                  </a:cubicBezTo>
                  <a:cubicBezTo>
                    <a:pt x="30" y="156"/>
                    <a:pt x="30" y="158"/>
                    <a:pt x="31" y="159"/>
                  </a:cubicBezTo>
                  <a:cubicBezTo>
                    <a:pt x="32" y="161"/>
                    <a:pt x="34" y="161"/>
                    <a:pt x="34" y="162"/>
                  </a:cubicBezTo>
                  <a:cubicBezTo>
                    <a:pt x="37" y="164"/>
                    <a:pt x="41" y="167"/>
                    <a:pt x="44" y="169"/>
                  </a:cubicBezTo>
                  <a:cubicBezTo>
                    <a:pt x="59" y="176"/>
                    <a:pt x="75" y="179"/>
                    <a:pt x="93" y="177"/>
                  </a:cubicBezTo>
                  <a:cubicBezTo>
                    <a:pt x="109" y="177"/>
                    <a:pt x="127" y="174"/>
                    <a:pt x="144" y="169"/>
                  </a:cubicBezTo>
                  <a:cubicBezTo>
                    <a:pt x="127" y="177"/>
                    <a:pt x="111" y="182"/>
                    <a:pt x="93" y="186"/>
                  </a:cubicBezTo>
                  <a:cubicBezTo>
                    <a:pt x="75" y="189"/>
                    <a:pt x="57" y="187"/>
                    <a:pt x="38" y="180"/>
                  </a:cubicBezTo>
                  <a:cubicBezTo>
                    <a:pt x="34" y="179"/>
                    <a:pt x="31" y="177"/>
                    <a:pt x="26" y="174"/>
                  </a:cubicBezTo>
                  <a:cubicBezTo>
                    <a:pt x="23" y="173"/>
                    <a:pt x="20" y="171"/>
                    <a:pt x="19" y="169"/>
                  </a:cubicBezTo>
                  <a:cubicBezTo>
                    <a:pt x="19" y="169"/>
                    <a:pt x="18" y="168"/>
                    <a:pt x="17" y="167"/>
                  </a:cubicBezTo>
                  <a:cubicBezTo>
                    <a:pt x="17" y="167"/>
                    <a:pt x="16" y="166"/>
                    <a:pt x="16" y="165"/>
                  </a:cubicBezTo>
                  <a:lnTo>
                    <a:pt x="16" y="164"/>
                  </a:lnTo>
                  <a:cubicBezTo>
                    <a:pt x="15" y="163"/>
                    <a:pt x="15" y="163"/>
                    <a:pt x="14" y="162"/>
                  </a:cubicBezTo>
                  <a:cubicBezTo>
                    <a:pt x="11" y="152"/>
                    <a:pt x="8" y="143"/>
                    <a:pt x="4" y="134"/>
                  </a:cubicBezTo>
                  <a:cubicBezTo>
                    <a:pt x="-1" y="114"/>
                    <a:pt x="-1" y="94"/>
                    <a:pt x="2" y="72"/>
                  </a:cubicBezTo>
                  <a:cubicBezTo>
                    <a:pt x="8" y="53"/>
                    <a:pt x="19" y="34"/>
                    <a:pt x="32" y="21"/>
                  </a:cubicBezTo>
                  <a:cubicBezTo>
                    <a:pt x="47" y="7"/>
                    <a:pt x="65" y="-3"/>
                    <a:pt x="84" y="1"/>
                  </a:cubicBezTo>
                  <a:cubicBezTo>
                    <a:pt x="90" y="1"/>
                    <a:pt x="95" y="3"/>
                    <a:pt x="99" y="4"/>
                  </a:cubicBezTo>
                  <a:cubicBezTo>
                    <a:pt x="104" y="6"/>
                    <a:pt x="108" y="7"/>
                    <a:pt x="113" y="10"/>
                  </a:cubicBezTo>
                  <a:cubicBezTo>
                    <a:pt x="120" y="16"/>
                    <a:pt x="127" y="22"/>
                    <a:pt x="134" y="31"/>
                  </a:cubicBezTo>
                  <a:cubicBezTo>
                    <a:pt x="145" y="44"/>
                    <a:pt x="151" y="64"/>
                    <a:pt x="154" y="84"/>
                  </a:cubicBezTo>
                  <a:cubicBezTo>
                    <a:pt x="148" y="66"/>
                    <a:pt x="142" y="47"/>
                    <a:pt x="129" y="3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24" name=""/>
            <p:cNvSpPr/>
            <p:nvPr/>
          </p:nvSpPr>
          <p:spPr>
            <a:xfrm>
              <a:off x="9148320" y="4930920"/>
              <a:ext cx="29880" cy="37440"/>
            </a:xfrm>
            <a:custGeom>
              <a:avLst/>
              <a:gdLst>
                <a:gd name="textAreaLeft" fmla="*/ 0 w 29880"/>
                <a:gd name="textAreaRight" fmla="*/ 30600 w 29880"/>
                <a:gd name="textAreaTop" fmla="*/ 0 h 37440"/>
                <a:gd name="textAreaBottom" fmla="*/ 38160 h 37440"/>
              </a:gdLst>
              <a:ahLst/>
              <a:cxnLst/>
              <a:rect l="textAreaLeft" t="textAreaTop" r="textAreaRight" b="textAreaBottom"/>
              <a:pathLst>
                <a:path w="85" h="106">
                  <a:moveTo>
                    <a:pt x="85" y="53"/>
                  </a:moveTo>
                  <a:cubicBezTo>
                    <a:pt x="85" y="63"/>
                    <a:pt x="84" y="72"/>
                    <a:pt x="80" y="80"/>
                  </a:cubicBezTo>
                  <a:cubicBezTo>
                    <a:pt x="76" y="88"/>
                    <a:pt x="70" y="95"/>
                    <a:pt x="64" y="100"/>
                  </a:cubicBezTo>
                  <a:cubicBezTo>
                    <a:pt x="58" y="104"/>
                    <a:pt x="50" y="106"/>
                    <a:pt x="43" y="106"/>
                  </a:cubicBezTo>
                  <a:cubicBezTo>
                    <a:pt x="35" y="106"/>
                    <a:pt x="28" y="104"/>
                    <a:pt x="21" y="100"/>
                  </a:cubicBezTo>
                  <a:cubicBezTo>
                    <a:pt x="15" y="95"/>
                    <a:pt x="9" y="88"/>
                    <a:pt x="5" y="80"/>
                  </a:cubicBezTo>
                  <a:cubicBezTo>
                    <a:pt x="2" y="72"/>
                    <a:pt x="0" y="63"/>
                    <a:pt x="0" y="53"/>
                  </a:cubicBezTo>
                  <a:cubicBezTo>
                    <a:pt x="0" y="43"/>
                    <a:pt x="2" y="35"/>
                    <a:pt x="5" y="26"/>
                  </a:cubicBezTo>
                  <a:cubicBezTo>
                    <a:pt x="10" y="18"/>
                    <a:pt x="15" y="11"/>
                    <a:pt x="21" y="6"/>
                  </a:cubicBezTo>
                  <a:cubicBezTo>
                    <a:pt x="28" y="2"/>
                    <a:pt x="35" y="0"/>
                    <a:pt x="43" y="0"/>
                  </a:cubicBezTo>
                  <a:cubicBezTo>
                    <a:pt x="50" y="0"/>
                    <a:pt x="58" y="2"/>
                    <a:pt x="64" y="6"/>
                  </a:cubicBezTo>
                  <a:cubicBezTo>
                    <a:pt x="70" y="11"/>
                    <a:pt x="76" y="18"/>
                    <a:pt x="80" y="26"/>
                  </a:cubicBezTo>
                  <a:cubicBezTo>
                    <a:pt x="83" y="35"/>
                    <a:pt x="85" y="43"/>
                    <a:pt x="85" y="5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25" name=""/>
            <p:cNvSpPr/>
            <p:nvPr/>
          </p:nvSpPr>
          <p:spPr>
            <a:xfrm>
              <a:off x="9195480" y="4998600"/>
              <a:ext cx="30600" cy="25560"/>
            </a:xfrm>
            <a:custGeom>
              <a:avLst/>
              <a:gdLst>
                <a:gd name="textAreaLeft" fmla="*/ 0 w 30600"/>
                <a:gd name="textAreaRight" fmla="*/ 31320 w 30600"/>
                <a:gd name="textAreaTop" fmla="*/ 0 h 25560"/>
                <a:gd name="textAreaBottom" fmla="*/ 26280 h 25560"/>
              </a:gdLst>
              <a:ahLst/>
              <a:cxnLst/>
              <a:rect l="textAreaLeft" t="textAreaTop" r="textAreaRight" b="textAreaBottom"/>
              <a:pathLst>
                <a:path w="87" h="73">
                  <a:moveTo>
                    <a:pt x="0" y="0"/>
                  </a:moveTo>
                  <a:cubicBezTo>
                    <a:pt x="29" y="0"/>
                    <a:pt x="58" y="0"/>
                    <a:pt x="87" y="0"/>
                  </a:cubicBezTo>
                  <a:cubicBezTo>
                    <a:pt x="87" y="24"/>
                    <a:pt x="87" y="48"/>
                    <a:pt x="87" y="73"/>
                  </a:cubicBezTo>
                  <a:cubicBezTo>
                    <a:pt x="58" y="73"/>
                    <a:pt x="29" y="73"/>
                    <a:pt x="0" y="73"/>
                  </a:cubicBezTo>
                  <a:cubicBezTo>
                    <a:pt x="0" y="48"/>
                    <a:pt x="0" y="24"/>
                    <a:pt x="0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26" name=""/>
            <p:cNvSpPr/>
            <p:nvPr/>
          </p:nvSpPr>
          <p:spPr>
            <a:xfrm>
              <a:off x="9151560" y="4976640"/>
              <a:ext cx="117360" cy="41760"/>
            </a:xfrm>
            <a:custGeom>
              <a:avLst/>
              <a:gdLst>
                <a:gd name="textAreaLeft" fmla="*/ 0 w 117360"/>
                <a:gd name="textAreaRight" fmla="*/ 118080 w 117360"/>
                <a:gd name="textAreaTop" fmla="*/ 0 h 41760"/>
                <a:gd name="textAreaBottom" fmla="*/ 42480 h 41760"/>
              </a:gdLst>
              <a:ahLst/>
              <a:cxnLst/>
              <a:rect l="textAreaLeft" t="textAreaTop" r="textAreaRight" b="textAreaBottom"/>
              <a:pathLst>
                <a:path w="328" h="118">
                  <a:moveTo>
                    <a:pt x="248" y="102"/>
                  </a:moveTo>
                  <a:cubicBezTo>
                    <a:pt x="231" y="100"/>
                    <a:pt x="215" y="96"/>
                    <a:pt x="201" y="88"/>
                  </a:cubicBezTo>
                  <a:cubicBezTo>
                    <a:pt x="188" y="80"/>
                    <a:pt x="179" y="68"/>
                    <a:pt x="177" y="56"/>
                  </a:cubicBezTo>
                  <a:cubicBezTo>
                    <a:pt x="173" y="38"/>
                    <a:pt x="170" y="19"/>
                    <a:pt x="166" y="0"/>
                  </a:cubicBezTo>
                  <a:cubicBezTo>
                    <a:pt x="162" y="19"/>
                    <a:pt x="158" y="38"/>
                    <a:pt x="155" y="56"/>
                  </a:cubicBezTo>
                  <a:cubicBezTo>
                    <a:pt x="151" y="69"/>
                    <a:pt x="143" y="80"/>
                    <a:pt x="130" y="88"/>
                  </a:cubicBezTo>
                  <a:cubicBezTo>
                    <a:pt x="117" y="96"/>
                    <a:pt x="100" y="102"/>
                    <a:pt x="84" y="102"/>
                  </a:cubicBezTo>
                  <a:cubicBezTo>
                    <a:pt x="66" y="102"/>
                    <a:pt x="49" y="100"/>
                    <a:pt x="35" y="91"/>
                  </a:cubicBezTo>
                  <a:cubicBezTo>
                    <a:pt x="20" y="84"/>
                    <a:pt x="6" y="73"/>
                    <a:pt x="0" y="58"/>
                  </a:cubicBezTo>
                  <a:cubicBezTo>
                    <a:pt x="2" y="75"/>
                    <a:pt x="12" y="90"/>
                    <a:pt x="27" y="100"/>
                  </a:cubicBezTo>
                  <a:cubicBezTo>
                    <a:pt x="42" y="109"/>
                    <a:pt x="63" y="116"/>
                    <a:pt x="82" y="118"/>
                  </a:cubicBezTo>
                  <a:cubicBezTo>
                    <a:pt x="103" y="119"/>
                    <a:pt x="124" y="115"/>
                    <a:pt x="142" y="105"/>
                  </a:cubicBezTo>
                  <a:cubicBezTo>
                    <a:pt x="151" y="100"/>
                    <a:pt x="158" y="93"/>
                    <a:pt x="164" y="84"/>
                  </a:cubicBezTo>
                  <a:cubicBezTo>
                    <a:pt x="171" y="93"/>
                    <a:pt x="179" y="100"/>
                    <a:pt x="188" y="105"/>
                  </a:cubicBezTo>
                  <a:cubicBezTo>
                    <a:pt x="206" y="115"/>
                    <a:pt x="227" y="119"/>
                    <a:pt x="246" y="118"/>
                  </a:cubicBezTo>
                  <a:cubicBezTo>
                    <a:pt x="265" y="118"/>
                    <a:pt x="287" y="111"/>
                    <a:pt x="302" y="100"/>
                  </a:cubicBezTo>
                  <a:cubicBezTo>
                    <a:pt x="317" y="90"/>
                    <a:pt x="328" y="73"/>
                    <a:pt x="328" y="58"/>
                  </a:cubicBezTo>
                  <a:cubicBezTo>
                    <a:pt x="325" y="71"/>
                    <a:pt x="312" y="83"/>
                    <a:pt x="297" y="91"/>
                  </a:cubicBezTo>
                  <a:cubicBezTo>
                    <a:pt x="282" y="97"/>
                    <a:pt x="264" y="102"/>
                    <a:pt x="248" y="10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27" name=""/>
            <p:cNvSpPr/>
            <p:nvPr/>
          </p:nvSpPr>
          <p:spPr>
            <a:xfrm>
              <a:off x="9188280" y="4968720"/>
              <a:ext cx="44280" cy="20880"/>
            </a:xfrm>
            <a:custGeom>
              <a:avLst/>
              <a:gdLst>
                <a:gd name="textAreaLeft" fmla="*/ 0 w 44280"/>
                <a:gd name="textAreaRight" fmla="*/ 45000 w 44280"/>
                <a:gd name="textAreaTop" fmla="*/ 0 h 20880"/>
                <a:gd name="textAreaBottom" fmla="*/ 21600 h 20880"/>
              </a:gdLst>
              <a:ahLst/>
              <a:cxnLst/>
              <a:rect l="textAreaLeft" t="textAreaTop" r="textAreaRight" b="textAreaBottom"/>
              <a:pathLst>
                <a:path w="125" h="60">
                  <a:moveTo>
                    <a:pt x="62" y="0"/>
                  </a:moveTo>
                  <a:cubicBezTo>
                    <a:pt x="51" y="0"/>
                    <a:pt x="16" y="0"/>
                    <a:pt x="4" y="10"/>
                  </a:cubicBezTo>
                  <a:cubicBezTo>
                    <a:pt x="-5" y="16"/>
                    <a:pt x="2" y="32"/>
                    <a:pt x="23" y="48"/>
                  </a:cubicBezTo>
                  <a:cubicBezTo>
                    <a:pt x="38" y="58"/>
                    <a:pt x="51" y="60"/>
                    <a:pt x="61" y="60"/>
                  </a:cubicBezTo>
                  <a:cubicBezTo>
                    <a:pt x="72" y="60"/>
                    <a:pt x="86" y="56"/>
                    <a:pt x="99" y="48"/>
                  </a:cubicBezTo>
                  <a:cubicBezTo>
                    <a:pt x="125" y="32"/>
                    <a:pt x="129" y="16"/>
                    <a:pt x="121" y="10"/>
                  </a:cubicBezTo>
                  <a:cubicBezTo>
                    <a:pt x="110" y="0"/>
                    <a:pt x="74" y="0"/>
                    <a:pt x="62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999280" cy="8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8999280" cy="323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63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42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dt" idx="13"/>
          </p:nvPr>
        </p:nvSpPr>
        <p:spPr>
          <a:xfrm>
            <a:off x="504000" y="5165280"/>
            <a:ext cx="234756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PlaceHolder 4"/>
          <p:cNvSpPr>
            <a:spLocks noGrp="1"/>
          </p:cNvSpPr>
          <p:nvPr>
            <p:ph type="ftr" idx="14"/>
          </p:nvPr>
        </p:nvSpPr>
        <p:spPr>
          <a:xfrm>
            <a:off x="3447360" y="5165280"/>
            <a:ext cx="319428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PlaceHolder 5"/>
          <p:cNvSpPr>
            <a:spLocks noGrp="1"/>
          </p:cNvSpPr>
          <p:nvPr>
            <p:ph type="sldNum" idx="15"/>
          </p:nvPr>
        </p:nvSpPr>
        <p:spPr>
          <a:xfrm>
            <a:off x="7227360" y="5165280"/>
            <a:ext cx="234756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2929C2C-0D06-4D8A-A3E1-F139398F9C1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  <p:sldLayoutId id="2147483654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"/>
          <p:cNvSpPr/>
          <p:nvPr/>
        </p:nvSpPr>
        <p:spPr>
          <a:xfrm>
            <a:off x="214560" y="884520"/>
            <a:ext cx="9600480" cy="115596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Predicting Housing Values Using Ensemble Regression Models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914400" y="3657600"/>
            <a:ext cx="2567880" cy="71460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Stephan B. Epstein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February 21, 2026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540000" y="179280"/>
            <a:ext cx="8999280" cy="90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Objectives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8999280" cy="323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Background of the Dataset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Identify potential Models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Develop the most promising Models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Compare and Contrast Results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540000" y="179280"/>
            <a:ext cx="8999280" cy="90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Dataset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8999280" cy="323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BostonHousing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Data Science classic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Used to predict Median Value of Housing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Ethical Considerations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Several predictor variables no longer acceptable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 suitable for policy decisions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Remains valid for educational / training purpose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540000" y="179280"/>
            <a:ext cx="8999280" cy="90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Dataset Characteristics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8999280" cy="323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506 Rows (small)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Target Variable is Continuous (Float)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13 Predictor Variables (Integer or Float)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Time Series or Time related variables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Dataset is Full and Clean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540000" y="179280"/>
            <a:ext cx="8999280" cy="90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Implications for Modeling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8999280" cy="323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Float &amp; Integer Predictors with a Continuous Float Target strongly suggest Supervised Learning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Tree Models beat Neural Networks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Handle small Datasets well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Less prone to over fitting than Neural Networks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Minimal Tuning required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Discover &amp; Handle Nonlinear relationships naturally (without scaling)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indent="0">
              <a:lnSpc>
                <a:spcPct val="100000"/>
              </a:lnSpc>
              <a:spcBef>
                <a:spcPts val="850"/>
              </a:spcBef>
              <a:buNone/>
              <a:tabLst>
                <a:tab algn="l" pos="0"/>
              </a:tabLst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540000" y="179280"/>
            <a:ext cx="8999280" cy="90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Workflow Strategy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8999280" cy="323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Data Overview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Baseline Models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Advanced Models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Cross Validations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Hyper-parameter Tuning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Variance Bias Analysis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Residuals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Comparisons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540000" y="179280"/>
            <a:ext cx="8999280" cy="90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Models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8999280" cy="323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Built 14 Different Models (3 Duplicates)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Selected 7 for Detailed Analysis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 “Old School” Regression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Simple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Forward (Sequential) Feature Selection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Full Model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 Supervised Learning Models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Random Forest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Lasso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Ridge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Gradient Boosting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" descr=""/>
          <p:cNvPicPr/>
          <p:nvPr/>
        </p:nvPicPr>
        <p:blipFill>
          <a:blip r:embed="rId1"/>
          <a:stretch/>
        </p:blipFill>
        <p:spPr>
          <a:xfrm>
            <a:off x="2514600" y="239040"/>
            <a:ext cx="5086800" cy="4560840"/>
          </a:xfrm>
          <a:prstGeom prst="rect">
            <a:avLst/>
          </a:prstGeom>
          <a:noFill/>
          <a:ln w="18000">
            <a:solidFill>
              <a:srgbClr val="74b531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540000" y="179280"/>
            <a:ext cx="8999280" cy="90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Simple Linear Regression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>
            <a:off x="1548360" y="880920"/>
            <a:ext cx="7011720" cy="392868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Test R²: 0.5429180422970384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Test RMSE: 5.789606996393182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CV=5 Mean R²: 0.2971098460066866 Std: 0.17535679047995686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CV=10 Mean R²: -0.1846817315817983 Std: 0.7302073687819293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Train R²: 0.5423180734793516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Test R²: 0.5429180422970384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Balanced Bias-Variance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Intercept: 34.83694982031851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Coefficient for lstat: -0.966530901950353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Model Equation: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y_hat = 34.8369 + -0.9665 * lstat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540000" y="179280"/>
            <a:ext cx="8999280" cy="90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Forward (Sequential) Feature Selection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"/>
          <p:cNvSpPr/>
          <p:nvPr/>
        </p:nvSpPr>
        <p:spPr>
          <a:xfrm>
            <a:off x="42120" y="822960"/>
            <a:ext cx="9961200" cy="403308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Selected Features: ['lstat', 'rm', 'ptratio', 'dis', 'nox', 'chas', 'b', 'zn', 'crim', 'rad', 'tax', 'indus', 'age']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Test R²: 0.6687594935356348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Adjusted R²: 0.6198262368988536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Test RMSE: 4.9286021826653155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CV=5 Mean R²: 0.3532759243958716 Std: 0.376567839332638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CV=10 Mean R²: 0.20252899006057495 Std: 0.5952960169512096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Train R²: 0.7508856358979673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Test R²: 0.6687594935356348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Balanced Bias-Variance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Model Equation: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y_hat = 30.2468 + (-0.5086 * lstat) + (4.4388 * rm) + (-0.9155 * ptratio) + (-1.4479 * dis) + (-17.2026 * nox) + (2.7844 * chas) + (0.0124 * b) + (0.0301 * zn) + (-0.1131 * crim) + (0.2624 * rad) + (-0.0106 * tax) + (0.0404 * indus) + (-0.0063 * age)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540000" y="179280"/>
            <a:ext cx="8999280" cy="90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Full Model Regression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"/>
          <p:cNvSpPr/>
          <p:nvPr/>
        </p:nvSpPr>
        <p:spPr>
          <a:xfrm>
            <a:off x="-15120" y="880920"/>
            <a:ext cx="10138320" cy="392868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Test R²: 0.6687594935356317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Adjusted R²: 0.6198262368988501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Test RMSE: 4.928602182665339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CV=5 Mean R²: 0.3532759243958762 Std: 0.37656783933262383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CV=10 Mean R²: 0.20252899006056796 Std: 0.5952960169512175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Train R²: 0.7508856358979673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Test R²: 0.6687594935356317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Balanced Bias-Variance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Model Equation: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y_hat = 30.2468 + (-0.1131 * crim) + (0.0301 * zn) + (0.0404 * indus) + (2.7844 * chas) + (-17.2026 * nox) + (4.4388 * rm) + (-0.0063 * age) + (-1.4479 * dis) + (0.2624 * rad) + (-0.0106 * tax) + (-0.9155 * ptratio) + (0.0124 * b) + (-0.5086 * lstat)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540000" y="179280"/>
            <a:ext cx="8999280" cy="90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Random Forest Regression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2952000" y="968040"/>
            <a:ext cx="4185000" cy="396144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Test R²: 0.8791057217425063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Adjusted R²: 0.8612463397271948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Test RMSE: 2.977521584650359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OOB R²: 0.8407797288917938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CV=5 Mean R²: 0.6251511563494508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Std: 0.21137045355963135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CV=10 Mean R²: 0.4888807023952061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Std: 0.3756344140529044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Train R²: 0.9781775987586625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Test R²: 0.8791057217425063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Balanced Bias-Variance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540000" y="179280"/>
            <a:ext cx="8999280" cy="90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Random Forest Regression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>
            <a:off x="930240" y="851760"/>
            <a:ext cx="2962440" cy="393696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Feature Importance (Gini):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Feature  Gini Importance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5        rm         0.480887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12    lstat         0.334585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7       dis         0.056765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      crim         0.037667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4       nox         0.016676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10  ptratio         0.015973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9       tax         0.015528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6       age         0.015116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11        b         0.012675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     indus         0.006671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8       rad         0.004369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        zn         0.001841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      chas         0.001247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>
            <a:off x="5256720" y="888120"/>
            <a:ext cx="3788640" cy="392868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  Permutation Importance: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Feature  Permutation Importance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12    lstat                0.478757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5        rm                0.464103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7       dis                0.085105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      crim                0.038373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4       nox                0.030654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10  ptratio                0.023451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6       age                0.013938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9       tax                0.008656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     indus                0.002914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8       rad                0.002357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11        b                0.001556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        zn                0.000611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      chas                0.000326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540000" y="179280"/>
            <a:ext cx="8999280" cy="90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Random Forest Regression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>
            <a:off x="1479240" y="2022840"/>
            <a:ext cx="6436080" cy="111312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Model Interpretability Notes: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Random Forest captures nonlinearities &amp; interactions.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Top features identified above drive predictions most strongly.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OOB score approximates cross-validation performance.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540000" y="179280"/>
            <a:ext cx="8999280" cy="90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Lasso Regression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"/>
          <p:cNvSpPr/>
          <p:nvPr/>
        </p:nvSpPr>
        <p:spPr>
          <a:xfrm>
            <a:off x="1166040" y="1127160"/>
            <a:ext cx="7062840" cy="290484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Best Alpha: 0.006863892263379668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Test R²: 0.6683883969336302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Adjusted R²: 0.6194003192079165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Test RMSE: 4.931362224853925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CV=5 Mean R²: 0.39178079038455627 Std: 0.32470654684276057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CV=10 Mean R²: 0.2849320530787801 Std: 0.47698247066182403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Train R²: 0.750846841458309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Test R²: 0.6683883969336302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Balanced Bias-Variance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540000" y="179280"/>
            <a:ext cx="8999280" cy="90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Lasso Regression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>
            <a:off x="21960" y="1111320"/>
            <a:ext cx="3046320" cy="310320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  Lasso Feature Coefficients: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Feature  Coefficient  Abs_Coefficient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12    lstat    -3.610072         3.610072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5        rm     3.149505         3.149505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7       dis    -3.033683         3.033683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8       rad     2.127566         2.127566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10  ptratio    -2.025009         2.025009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4       nox    -1.978859         1.978859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9       tax    -1.643649         1.643649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11        b     1.121376         1.121376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      crim    -0.983042         0.983042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      chas     0.719674         0.719674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        zn     0.662207         0.662207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     indus     0.215572         0.215572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6       age    -0.160356         0.160356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>
            <a:off x="3620880" y="1104840"/>
            <a:ext cx="2809800" cy="392868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  Permutation Importance: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Feature  Permutation Importance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12    lstat                0.320459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7       dis                0.207781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8       rad                0.175874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5        rm                0.154860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4       nox                0.099663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10  ptratio                0.093250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9       tax                0.077034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        zn                0.037724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      chas                0.003307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6       age                0.001798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      crim                0.000588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11        b               -0.000034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     indus               -0.001338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"/>
          <p:cNvSpPr/>
          <p:nvPr/>
        </p:nvSpPr>
        <p:spPr>
          <a:xfrm>
            <a:off x="6478560" y="1111680"/>
            <a:ext cx="2014560" cy="301932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Selected Features 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(Non-Zero Coefficients):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Feature  Coefficient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12    lstat    -3.610072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5        rm     3.149505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7       dis    -3.033683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8       rad     2.127566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10  ptratio    -2.025009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4       nox    -1.978859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9       tax    -1.643649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11        b     1.121376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      crim    -0.983042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      chas     0.719674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        zn     0.662207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     indus     0.215572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6       age    -0.160356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540000" y="179280"/>
            <a:ext cx="8999280" cy="90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Lasso Regression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"/>
          <p:cNvSpPr/>
          <p:nvPr/>
        </p:nvSpPr>
        <p:spPr>
          <a:xfrm>
            <a:off x="927000" y="1992960"/>
            <a:ext cx="6181920" cy="126396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Model Interpretation: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Lasso performs L1 regularization.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Coefficients shrunk toward zero.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Some features eliminated (automatic feature selection).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540000" y="179280"/>
            <a:ext cx="8999280" cy="90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Ridge Regression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"/>
          <p:cNvSpPr/>
          <p:nvPr/>
        </p:nvSpPr>
        <p:spPr>
          <a:xfrm>
            <a:off x="1238040" y="1015200"/>
            <a:ext cx="6918840" cy="290484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Best Alpha: 2.782559402207126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Test R²: 0.667935555866449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Adjusted R²: 0.6188805811649019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Test RMSE: 4.934728152729692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CV=5 Mean R²: 0.4620262515175225 Std: 0.2624047294957749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CV=10 Mean R²: 0.3528077474337879 Std: 0.3775110075293354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Train R²: 0.7507768518427961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Test R²: 0.667935555866449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Balanced Bias-Variance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540000" y="179280"/>
            <a:ext cx="8999280" cy="90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Ridge Regression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"/>
          <p:cNvSpPr/>
          <p:nvPr/>
        </p:nvSpPr>
        <p:spPr>
          <a:xfrm>
            <a:off x="435600" y="914400"/>
            <a:ext cx="4136040" cy="392868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Ridge Feature Coefficients (Shrunk):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Feature  Coefficient  Abs_Coefficient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12    lstat    -3.577112         3.577112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5        rm     3.161437         3.161437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7       dis    -2.981941         2.981941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8       rad     2.046855         2.046855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10  ptratio    -2.010950         2.010950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4       nox    -1.937316         1.937316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9       tax    -1.581748         1.581748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11        b     1.123015         1.123015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      crim    -0.975698         0.975698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      chas     0.728511         0.728511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        zn     0.647435         0.647435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     indus     0.210419         0.210419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6       age    -0.179078         0.179078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>
            <a:off x="5634000" y="914400"/>
            <a:ext cx="3788640" cy="392868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  Permutation Importance: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Feature  Permutation Importance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12    lstat                0.315829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7       dis                0.201397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8       rad                0.164654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5        rm                0.157593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4       nox                0.095628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10  ptratio                0.092808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9       tax                0.071122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        zn                0.036700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      chas                0.003509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6       age                0.002107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      crim                0.000415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11        b                0.000084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     indus               -0.001381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540000" y="179280"/>
            <a:ext cx="8999280" cy="90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Ridge Regression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"/>
          <p:cNvSpPr/>
          <p:nvPr/>
        </p:nvSpPr>
        <p:spPr>
          <a:xfrm>
            <a:off x="2733480" y="1608840"/>
            <a:ext cx="4584960" cy="136908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Model Interpretation: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Ridge applies L2 regularization.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Coefficients are shrunk but not eliminated.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Reduces multicollinearity impact.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Improves generalization vs full OLS.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xfrm>
            <a:off x="540000" y="179280"/>
            <a:ext cx="8999280" cy="90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Gradient Boosting Regression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"/>
          <p:cNvSpPr/>
          <p:nvPr/>
        </p:nvSpPr>
        <p:spPr>
          <a:xfrm>
            <a:off x="1361160" y="1234080"/>
            <a:ext cx="7189920" cy="264888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Test R²: 0.9137718929980266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Adjusted R²: 0.9010336499181897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Test RMSE: 2.514643772228552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CV=5 Mean R²: 0.6658967764088929 Std: 0.15675232022010183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CV=10 Mean R²: 0.44665559815208083 Std: 0.48204965440354003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Train R²: 0.994030788460668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Test R²: 0.9137718929980266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Balanced Bias-Variance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540000" y="179280"/>
            <a:ext cx="8999280" cy="90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Gradient Boosting Regression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"/>
          <p:cNvSpPr/>
          <p:nvPr/>
        </p:nvSpPr>
        <p:spPr>
          <a:xfrm>
            <a:off x="479880" y="894960"/>
            <a:ext cx="3639960" cy="392868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Feature Importance (Tree-Based):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Feature  Feature Importance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5        rm            0.406142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12    lstat            0.374462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7       dis            0.072480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4       nox            0.034583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10  ptratio            0.031870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      crim            0.027173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6       age            0.021013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11        b            0.013456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9       tax            0.013355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8       rad            0.002484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     indus            0.002031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        zn            0.000669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      chas            0.000282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5536440" y="881280"/>
            <a:ext cx="3788640" cy="392868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  Permutation Importance: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Feature  Permutation Importance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12    lstat                0.484144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5        rm                0.378776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7       dis                0.144583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4       nox                0.051316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6       age                0.045842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      crim                0.032913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10  ptratio                0.028686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11        b                0.013536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9       tax                0.013261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     indus                0.004815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        zn                0.004650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8       rad                0.003667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      chas                0.000558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540000" y="179280"/>
            <a:ext cx="8999280" cy="90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Gradient Boosting Regression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2421720" y="1517760"/>
            <a:ext cx="5236560" cy="136908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Model Interpretation: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Gradient Boosting builds trees sequentially.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Each tree corrects residuals from previous trees.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Captures nonlinearities and interactions.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Feature importance ranks predictive drivers.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title"/>
          </p:nvPr>
        </p:nvSpPr>
        <p:spPr>
          <a:xfrm>
            <a:off x="540000" y="179640"/>
            <a:ext cx="899928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Summary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8999280" cy="323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Understanding the characteristics of a Dataset are critical to selection of Model(s)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Supervised Learning Models consistently demonstrated superior Metrics over traditional Regression Models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Tree ensemble (Random Forest, Gradient Boost) demonstrated superior Metrics over Linear Models (Lasso, Ridge)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Gradient Boosting displayed the best Metrics, followed by Random Forest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All models demonstrate good Bias Variance balance (neither underfit nor overfit)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All models appear to have random Residuals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title"/>
          </p:nvPr>
        </p:nvSpPr>
        <p:spPr>
          <a:xfrm>
            <a:off x="540000" y="179640"/>
            <a:ext cx="899928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Areas for Further Research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8999280" cy="323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SHAP (Shapley Additive exPlanations) a framework for explaining individual predictions using concepts from cooperative game theory. SHAP answers: “How much did this feature contribute to this specific prediction?”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VIF (Variance Inflation Factor) measures how much multicollinearity inflates the variance of a regression coefficient. VIF tells you how much a predictor is linearly explained by the other predictors.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Cook’s Distance &amp; Leverage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Cook’s Distance measures how much the regression coefficients would change if you removed a specific observation. It combines Leverage (X extremeness) and Residual size (Y error)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Leverage tells you how unusual an observation’s predictor values (X values) are compared to the rest of the dataset.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1407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2026-02-19T12:37:23Z</dcterms:created>
  <dc:creator/>
  <dc:description>This work is licensed under a Creative Commons 0 License.
It makes use of the works of kka_libo_design@ashisuto.co.jp.</dc:description>
  <dc:language>en-US</dc:language>
  <cp:lastModifiedBy/>
  <dcterms:modified xsi:type="dcterms:W3CDTF">2026-02-21T05:54:15Z</dcterms:modified>
  <cp:revision>24</cp:revision>
  <dc:subject/>
  <dc:title>Forestbird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